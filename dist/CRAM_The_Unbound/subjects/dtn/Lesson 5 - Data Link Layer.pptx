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467" r:id="rId2"/>
    <p:sldId id="468" r:id="rId3"/>
    <p:sldId id="934" r:id="rId4"/>
    <p:sldId id="935" r:id="rId5"/>
    <p:sldId id="907" r:id="rId6"/>
    <p:sldId id="913" r:id="rId7"/>
    <p:sldId id="933" r:id="rId8"/>
    <p:sldId id="919" r:id="rId9"/>
    <p:sldId id="936" r:id="rId10"/>
    <p:sldId id="914" r:id="rId11"/>
    <p:sldId id="916" r:id="rId12"/>
    <p:sldId id="937" r:id="rId13"/>
    <p:sldId id="784" r:id="rId14"/>
    <p:sldId id="785" r:id="rId15"/>
    <p:sldId id="786" r:id="rId16"/>
    <p:sldId id="794" r:id="rId17"/>
    <p:sldId id="925" r:id="rId18"/>
    <p:sldId id="795" r:id="rId19"/>
    <p:sldId id="910" r:id="rId20"/>
    <p:sldId id="926" r:id="rId21"/>
    <p:sldId id="796" r:id="rId22"/>
    <p:sldId id="800" r:id="rId23"/>
    <p:sldId id="798" r:id="rId24"/>
    <p:sldId id="799" r:id="rId25"/>
    <p:sldId id="921" r:id="rId26"/>
    <p:sldId id="912" r:id="rId27"/>
    <p:sldId id="922" r:id="rId28"/>
    <p:sldId id="806" r:id="rId29"/>
    <p:sldId id="808" r:id="rId30"/>
    <p:sldId id="875" r:id="rId31"/>
    <p:sldId id="812" r:id="rId32"/>
    <p:sldId id="813" r:id="rId33"/>
    <p:sldId id="814" r:id="rId34"/>
    <p:sldId id="819" r:id="rId35"/>
    <p:sldId id="820" r:id="rId36"/>
    <p:sldId id="927" r:id="rId37"/>
    <p:sldId id="909" r:id="rId38"/>
    <p:sldId id="931" r:id="rId39"/>
    <p:sldId id="928" r:id="rId40"/>
    <p:sldId id="822" r:id="rId41"/>
    <p:sldId id="823" r:id="rId42"/>
    <p:sldId id="905" r:id="rId43"/>
    <p:sldId id="930" r:id="rId44"/>
    <p:sldId id="874" r:id="rId4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CC0000"/>
    <a:srgbClr val="FFFF00"/>
    <a:srgbClr val="DDDDDD"/>
    <a:srgbClr val="FFCCFF"/>
    <a:srgbClr val="008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D7929-3FE4-49AA-B46F-6DC6EB4EB8E6}" v="133" dt="2026-03-18T13:37:52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nana, Helena" userId="a58133b2-e263-497f-a540-9c147da11375" providerId="ADAL" clId="{4923009A-821D-4917-ADD0-7DB67413FC0C}"/>
    <pc:docChg chg="undo custSel addSld delSld modSld sldOrd">
      <pc:chgData name="Hainana, Helena" userId="a58133b2-e263-497f-a540-9c147da11375" providerId="ADAL" clId="{4923009A-821D-4917-ADD0-7DB67413FC0C}" dt="2026-03-18T18:30:03.085" v="3620" actId="113"/>
      <pc:docMkLst>
        <pc:docMk/>
      </pc:docMkLst>
      <pc:sldChg chg="modSp mod">
        <pc:chgData name="Hainana, Helena" userId="a58133b2-e263-497f-a540-9c147da11375" providerId="ADAL" clId="{4923009A-821D-4917-ADD0-7DB67413FC0C}" dt="2026-03-18T14:03:53.162" v="3558" actId="20577"/>
        <pc:sldMkLst>
          <pc:docMk/>
          <pc:sldMk cId="0" sldId="467"/>
        </pc:sldMkLst>
        <pc:spChg chg="mod">
          <ac:chgData name="Hainana, Helena" userId="a58133b2-e263-497f-a540-9c147da11375" providerId="ADAL" clId="{4923009A-821D-4917-ADD0-7DB67413FC0C}" dt="2026-03-18T14:03:53.162" v="3558" actId="20577"/>
          <ac:spMkLst>
            <pc:docMk/>
            <pc:sldMk cId="0" sldId="467"/>
            <ac:spMk id="10" creationId="{ACA4BE85-38D7-AC33-5A96-844837229222}"/>
          </ac:spMkLst>
        </pc:spChg>
      </pc:sldChg>
      <pc:sldChg chg="modSp mod">
        <pc:chgData name="Hainana, Helena" userId="a58133b2-e263-497f-a540-9c147da11375" providerId="ADAL" clId="{4923009A-821D-4917-ADD0-7DB67413FC0C}" dt="2026-03-17T08:55:53.720" v="194" actId="20578"/>
        <pc:sldMkLst>
          <pc:docMk/>
          <pc:sldMk cId="3890189119" sldId="468"/>
        </pc:sldMkLst>
        <pc:spChg chg="mod">
          <ac:chgData name="Hainana, Helena" userId="a58133b2-e263-497f-a540-9c147da11375" providerId="ADAL" clId="{4923009A-821D-4917-ADD0-7DB67413FC0C}" dt="2026-03-17T08:55:53.720" v="194" actId="20578"/>
          <ac:spMkLst>
            <pc:docMk/>
            <pc:sldMk cId="3890189119" sldId="468"/>
            <ac:spMk id="16389" creationId="{4261D3CF-16C1-8388-DF28-88253863C547}"/>
          </ac:spMkLst>
        </pc:spChg>
      </pc:sldChg>
      <pc:sldChg chg="modSp mod">
        <pc:chgData name="Hainana, Helena" userId="a58133b2-e263-497f-a540-9c147da11375" providerId="ADAL" clId="{4923009A-821D-4917-ADD0-7DB67413FC0C}" dt="2026-03-18T18:28:05.275" v="3579" actId="113"/>
        <pc:sldMkLst>
          <pc:docMk/>
          <pc:sldMk cId="1723613970" sldId="784"/>
        </pc:sldMkLst>
        <pc:spChg chg="mod">
          <ac:chgData name="Hainana, Helena" userId="a58133b2-e263-497f-a540-9c147da11375" providerId="ADAL" clId="{4923009A-821D-4917-ADD0-7DB67413FC0C}" dt="2026-03-18T18:28:05.275" v="3579" actId="113"/>
          <ac:spMkLst>
            <pc:docMk/>
            <pc:sldMk cId="1723613970" sldId="784"/>
            <ac:spMk id="7173" creationId="{00000000-0000-0000-0000-000000000000}"/>
          </ac:spMkLst>
        </pc:spChg>
      </pc:sldChg>
      <pc:sldChg chg="modSp add del mod">
        <pc:chgData name="Hainana, Helena" userId="a58133b2-e263-497f-a540-9c147da11375" providerId="ADAL" clId="{4923009A-821D-4917-ADD0-7DB67413FC0C}" dt="2026-03-18T18:28:11.932" v="3581" actId="113"/>
        <pc:sldMkLst>
          <pc:docMk/>
          <pc:sldMk cId="282153067" sldId="785"/>
        </pc:sldMkLst>
        <pc:spChg chg="mod">
          <ac:chgData name="Hainana, Helena" userId="a58133b2-e263-497f-a540-9c147da11375" providerId="ADAL" clId="{4923009A-821D-4917-ADD0-7DB67413FC0C}" dt="2026-03-18T18:28:11.932" v="3581" actId="113"/>
          <ac:spMkLst>
            <pc:docMk/>
            <pc:sldMk cId="282153067" sldId="785"/>
            <ac:spMk id="8199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0:24:22.271" v="1030" actId="113"/>
        <pc:sldMkLst>
          <pc:docMk/>
          <pc:sldMk cId="270307961" sldId="786"/>
        </pc:sldMkLst>
        <pc:spChg chg="mod">
          <ac:chgData name="Hainana, Helena" userId="a58133b2-e263-497f-a540-9c147da11375" providerId="ADAL" clId="{4923009A-821D-4917-ADD0-7DB67413FC0C}" dt="2026-03-18T10:24:13.526" v="1029" actId="113"/>
          <ac:spMkLst>
            <pc:docMk/>
            <pc:sldMk cId="270307961" sldId="786"/>
            <ac:spMk id="9221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0:24:22.271" v="1030" actId="113"/>
          <ac:spMkLst>
            <pc:docMk/>
            <pc:sldMk cId="270307961" sldId="786"/>
            <ac:spMk id="9222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0:30:04.195" v="1049" actId="113"/>
        <pc:sldMkLst>
          <pc:docMk/>
          <pc:sldMk cId="559746005" sldId="794"/>
        </pc:sldMkLst>
        <pc:spChg chg="mod">
          <ac:chgData name="Hainana, Helena" userId="a58133b2-e263-497f-a540-9c147da11375" providerId="ADAL" clId="{4923009A-821D-4917-ADD0-7DB67413FC0C}" dt="2026-03-18T10:30:04.195" v="1049" actId="113"/>
          <ac:spMkLst>
            <pc:docMk/>
            <pc:sldMk cId="559746005" sldId="794"/>
            <ac:spMk id="17414" creationId="{00000000-0000-0000-0000-000000000000}"/>
          </ac:spMkLst>
        </pc:spChg>
      </pc:sldChg>
      <pc:sldChg chg="delSp modSp mod">
        <pc:chgData name="Hainana, Helena" userId="a58133b2-e263-497f-a540-9c147da11375" providerId="ADAL" clId="{4923009A-821D-4917-ADD0-7DB67413FC0C}" dt="2026-03-18T18:28:23.405" v="3584" actId="113"/>
        <pc:sldMkLst>
          <pc:docMk/>
          <pc:sldMk cId="2441945034" sldId="795"/>
        </pc:sldMkLst>
        <pc:spChg chg="del">
          <ac:chgData name="Hainana, Helena" userId="a58133b2-e263-497f-a540-9c147da11375" providerId="ADAL" clId="{4923009A-821D-4917-ADD0-7DB67413FC0C}" dt="2026-03-18T10:42:38.539" v="1080" actId="478"/>
          <ac:spMkLst>
            <pc:docMk/>
            <pc:sldMk cId="2441945034" sldId="795"/>
            <ac:spMk id="8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8:28:23.405" v="3584" actId="113"/>
          <ac:spMkLst>
            <pc:docMk/>
            <pc:sldMk cId="2441945034" sldId="795"/>
            <ac:spMk id="18438" creationId="{00000000-0000-0000-0000-000000000000}"/>
          </ac:spMkLst>
        </pc:spChg>
      </pc:sldChg>
      <pc:sldChg chg="addSp modSp mod">
        <pc:chgData name="Hainana, Helena" userId="a58133b2-e263-497f-a540-9c147da11375" providerId="ADAL" clId="{4923009A-821D-4917-ADD0-7DB67413FC0C}" dt="2026-03-18T11:17:04.131" v="1479" actId="113"/>
        <pc:sldMkLst>
          <pc:docMk/>
          <pc:sldMk cId="2572844203" sldId="796"/>
        </pc:sldMkLst>
        <pc:spChg chg="add mod">
          <ac:chgData name="Hainana, Helena" userId="a58133b2-e263-497f-a540-9c147da11375" providerId="ADAL" clId="{4923009A-821D-4917-ADD0-7DB67413FC0C}" dt="2026-03-18T11:17:04.131" v="1479" actId="113"/>
          <ac:spMkLst>
            <pc:docMk/>
            <pc:sldMk cId="2572844203" sldId="796"/>
            <ac:spMk id="3" creationId="{4F3793FE-2974-71AD-AD93-2D150628652E}"/>
          </ac:spMkLst>
        </pc:spChg>
        <pc:spChg chg="mod">
          <ac:chgData name="Hainana, Helena" userId="a58133b2-e263-497f-a540-9c147da11375" providerId="ADAL" clId="{4923009A-821D-4917-ADD0-7DB67413FC0C}" dt="2026-03-18T11:10:59.449" v="1408" actId="20577"/>
          <ac:spMkLst>
            <pc:docMk/>
            <pc:sldMk cId="2572844203" sldId="796"/>
            <ac:spMk id="19462" creationId="{00000000-0000-0000-0000-000000000000}"/>
          </ac:spMkLst>
        </pc:spChg>
      </pc:sldChg>
      <pc:sldChg chg="addSp modSp mod">
        <pc:chgData name="Hainana, Helena" userId="a58133b2-e263-497f-a540-9c147da11375" providerId="ADAL" clId="{4923009A-821D-4917-ADD0-7DB67413FC0C}" dt="2026-03-18T18:28:46.562" v="3590" actId="113"/>
        <pc:sldMkLst>
          <pc:docMk/>
          <pc:sldMk cId="2877598413" sldId="798"/>
        </pc:sldMkLst>
        <pc:spChg chg="add mod">
          <ac:chgData name="Hainana, Helena" userId="a58133b2-e263-497f-a540-9c147da11375" providerId="ADAL" clId="{4923009A-821D-4917-ADD0-7DB67413FC0C}" dt="2026-03-18T11:37:29.855" v="1704" actId="1076"/>
          <ac:spMkLst>
            <pc:docMk/>
            <pc:sldMk cId="2877598413" sldId="798"/>
            <ac:spMk id="2" creationId="{CCA8A2F1-E281-FE66-F6E3-F7F181D3E902}"/>
          </ac:spMkLst>
        </pc:spChg>
        <pc:spChg chg="add mod">
          <ac:chgData name="Hainana, Helena" userId="a58133b2-e263-497f-a540-9c147da11375" providerId="ADAL" clId="{4923009A-821D-4917-ADD0-7DB67413FC0C}" dt="2026-03-18T11:37:41.462" v="1708" actId="20577"/>
          <ac:spMkLst>
            <pc:docMk/>
            <pc:sldMk cId="2877598413" sldId="798"/>
            <ac:spMk id="3" creationId="{E0DB5126-121B-10BE-C18C-D0774AEC3090}"/>
          </ac:spMkLst>
        </pc:spChg>
        <pc:spChg chg="mod">
          <ac:chgData name="Hainana, Helena" userId="a58133b2-e263-497f-a540-9c147da11375" providerId="ADAL" clId="{4923009A-821D-4917-ADD0-7DB67413FC0C}" dt="2026-03-18T13:52:02.773" v="3458" actId="1076"/>
          <ac:spMkLst>
            <pc:docMk/>
            <pc:sldMk cId="2877598413" sldId="798"/>
            <ac:spMk id="21509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8:28:46.562" v="3590" actId="113"/>
          <ac:spMkLst>
            <pc:docMk/>
            <pc:sldMk cId="2877598413" sldId="798"/>
            <ac:spMk id="21510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8T13:52:05.654" v="3459" actId="1076"/>
          <ac:picMkLst>
            <pc:docMk/>
            <pc:sldMk cId="2877598413" sldId="798"/>
            <ac:picMk id="80899" creationId="{00000000-0000-0000-0000-000000000000}"/>
          </ac:picMkLst>
        </pc:picChg>
      </pc:sldChg>
      <pc:sldChg chg="addSp modSp mod">
        <pc:chgData name="Hainana, Helena" userId="a58133b2-e263-497f-a540-9c147da11375" providerId="ADAL" clId="{4923009A-821D-4917-ADD0-7DB67413FC0C}" dt="2026-03-18T18:28:51.118" v="3592" actId="113"/>
        <pc:sldMkLst>
          <pc:docMk/>
          <pc:sldMk cId="1037058087" sldId="799"/>
        </pc:sldMkLst>
        <pc:spChg chg="add mod">
          <ac:chgData name="Hainana, Helena" userId="a58133b2-e263-497f-a540-9c147da11375" providerId="ADAL" clId="{4923009A-821D-4917-ADD0-7DB67413FC0C}" dt="2026-03-18T13:52:38.350" v="3465" actId="1076"/>
          <ac:spMkLst>
            <pc:docMk/>
            <pc:sldMk cId="1037058087" sldId="799"/>
            <ac:spMk id="3" creationId="{80623DA3-087C-7242-6EA8-9AE6D45660DC}"/>
          </ac:spMkLst>
        </pc:spChg>
        <pc:spChg chg="mod">
          <ac:chgData name="Hainana, Helena" userId="a58133b2-e263-497f-a540-9c147da11375" providerId="ADAL" clId="{4923009A-821D-4917-ADD0-7DB67413FC0C}" dt="2026-03-18T18:28:51.118" v="3592" actId="113"/>
          <ac:spMkLst>
            <pc:docMk/>
            <pc:sldMk cId="1037058087" sldId="799"/>
            <ac:spMk id="22532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1:52:55.721" v="1802" actId="1076"/>
          <ac:spMkLst>
            <pc:docMk/>
            <pc:sldMk cId="1037058087" sldId="799"/>
            <ac:spMk id="22556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8T11:53:00.631" v="1803" actId="1076"/>
          <ac:picMkLst>
            <pc:docMk/>
            <pc:sldMk cId="1037058087" sldId="799"/>
            <ac:picMk id="82970" creationId="{00000000-0000-0000-0000-000000000000}"/>
          </ac:picMkLst>
        </pc:picChg>
      </pc:sldChg>
      <pc:sldChg chg="modSp mod">
        <pc:chgData name="Hainana, Helena" userId="a58133b2-e263-497f-a540-9c147da11375" providerId="ADAL" clId="{4923009A-821D-4917-ADD0-7DB67413FC0C}" dt="2026-03-18T18:28:40.968" v="3588" actId="113"/>
        <pc:sldMkLst>
          <pc:docMk/>
          <pc:sldMk cId="3391436110" sldId="800"/>
        </pc:sldMkLst>
        <pc:spChg chg="mod">
          <ac:chgData name="Hainana, Helena" userId="a58133b2-e263-497f-a540-9c147da11375" providerId="ADAL" clId="{4923009A-821D-4917-ADD0-7DB67413FC0C}" dt="2026-03-18T11:09:55.488" v="1364" actId="20577"/>
          <ac:spMkLst>
            <pc:docMk/>
            <pc:sldMk cId="3391436110" sldId="800"/>
            <ac:spMk id="23556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8:28:40.968" v="3588" actId="113"/>
          <ac:spMkLst>
            <pc:docMk/>
            <pc:sldMk cId="3391436110" sldId="800"/>
            <ac:spMk id="23557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8T11:21:02.411" v="1528" actId="1076"/>
          <ac:picMkLst>
            <pc:docMk/>
            <pc:sldMk cId="3391436110" sldId="800"/>
            <ac:picMk id="3" creationId="{C934EBCC-C8DB-DC65-6B0E-BFC20BBADB04}"/>
          </ac:picMkLst>
        </pc:picChg>
        <pc:picChg chg="mod">
          <ac:chgData name="Hainana, Helena" userId="a58133b2-e263-497f-a540-9c147da11375" providerId="ADAL" clId="{4923009A-821D-4917-ADD0-7DB67413FC0C}" dt="2026-03-18T11:09:59.737" v="1365" actId="14100"/>
          <ac:picMkLst>
            <pc:docMk/>
            <pc:sldMk cId="3391436110" sldId="800"/>
            <ac:picMk id="84997" creationId="{00000000-0000-0000-0000-000000000000}"/>
          </ac:picMkLst>
        </pc:picChg>
      </pc:sldChg>
      <pc:sldChg chg="modSp mod ord">
        <pc:chgData name="Hainana, Helena" userId="a58133b2-e263-497f-a540-9c147da11375" providerId="ADAL" clId="{4923009A-821D-4917-ADD0-7DB67413FC0C}" dt="2026-03-18T18:29:12.013" v="3600" actId="113"/>
        <pc:sldMkLst>
          <pc:docMk/>
          <pc:sldMk cId="486998826" sldId="808"/>
        </pc:sldMkLst>
        <pc:spChg chg="mod">
          <ac:chgData name="Hainana, Helena" userId="a58133b2-e263-497f-a540-9c147da11375" providerId="ADAL" clId="{4923009A-821D-4917-ADD0-7DB67413FC0C}" dt="2026-03-18T18:29:12.013" v="3600" actId="113"/>
          <ac:spMkLst>
            <pc:docMk/>
            <pc:sldMk cId="486998826" sldId="808"/>
            <ac:spMk id="31750" creationId="{00000000-0000-0000-0000-000000000000}"/>
          </ac:spMkLst>
        </pc:spChg>
      </pc:sldChg>
      <pc:sldChg chg="del">
        <pc:chgData name="Hainana, Helena" userId="a58133b2-e263-497f-a540-9c147da11375" providerId="ADAL" clId="{4923009A-821D-4917-ADD0-7DB67413FC0C}" dt="2026-03-18T12:51:20.026" v="2409" actId="47"/>
        <pc:sldMkLst>
          <pc:docMk/>
          <pc:sldMk cId="3564048877" sldId="810"/>
        </pc:sldMkLst>
      </pc:sldChg>
      <pc:sldChg chg="modSp mod">
        <pc:chgData name="Hainana, Helena" userId="a58133b2-e263-497f-a540-9c147da11375" providerId="ADAL" clId="{4923009A-821D-4917-ADD0-7DB67413FC0C}" dt="2026-03-18T18:29:23.656" v="3606" actId="113"/>
        <pc:sldMkLst>
          <pc:docMk/>
          <pc:sldMk cId="746896426" sldId="812"/>
        </pc:sldMkLst>
        <pc:spChg chg="mod">
          <ac:chgData name="Hainana, Helena" userId="a58133b2-e263-497f-a540-9c147da11375" providerId="ADAL" clId="{4923009A-821D-4917-ADD0-7DB67413FC0C}" dt="2026-03-18T11:10:24.758" v="1372" actId="20577"/>
          <ac:spMkLst>
            <pc:docMk/>
            <pc:sldMk cId="746896426" sldId="812"/>
            <ac:spMk id="33797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8:29:23.656" v="3606" actId="113"/>
          <ac:spMkLst>
            <pc:docMk/>
            <pc:sldMk cId="746896426" sldId="812"/>
            <ac:spMk id="33798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8:29:28.242" v="3608" actId="113"/>
        <pc:sldMkLst>
          <pc:docMk/>
          <pc:sldMk cId="3892645487" sldId="813"/>
        </pc:sldMkLst>
        <pc:spChg chg="mod">
          <ac:chgData name="Hainana, Helena" userId="a58133b2-e263-497f-a540-9c147da11375" providerId="ADAL" clId="{4923009A-821D-4917-ADD0-7DB67413FC0C}" dt="2026-03-18T18:29:28.242" v="3608" actId="113"/>
          <ac:spMkLst>
            <pc:docMk/>
            <pc:sldMk cId="3892645487" sldId="813"/>
            <ac:spMk id="34825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8:29:33.774" v="3611" actId="113"/>
        <pc:sldMkLst>
          <pc:docMk/>
          <pc:sldMk cId="1580131179" sldId="814"/>
        </pc:sldMkLst>
        <pc:spChg chg="mod">
          <ac:chgData name="Hainana, Helena" userId="a58133b2-e263-497f-a540-9c147da11375" providerId="ADAL" clId="{4923009A-821D-4917-ADD0-7DB67413FC0C}" dt="2026-03-18T18:29:33.774" v="3611" actId="113"/>
          <ac:spMkLst>
            <pc:docMk/>
            <pc:sldMk cId="1580131179" sldId="814"/>
            <ac:spMk id="35848" creationId="{00000000-0000-0000-0000-000000000000}"/>
          </ac:spMkLst>
        </pc:spChg>
      </pc:sldChg>
      <pc:sldChg chg="delSp modSp mod">
        <pc:chgData name="Hainana, Helena" userId="a58133b2-e263-497f-a540-9c147da11375" providerId="ADAL" clId="{4923009A-821D-4917-ADD0-7DB67413FC0C}" dt="2026-03-18T18:29:38.982" v="3614" actId="113"/>
        <pc:sldMkLst>
          <pc:docMk/>
          <pc:sldMk cId="964745498" sldId="819"/>
        </pc:sldMkLst>
        <pc:spChg chg="mod">
          <ac:chgData name="Hainana, Helena" userId="a58133b2-e263-497f-a540-9c147da11375" providerId="ADAL" clId="{4923009A-821D-4917-ADD0-7DB67413FC0C}" dt="2026-03-18T13:16:08.685" v="2655" actId="1076"/>
          <ac:spMkLst>
            <pc:docMk/>
            <pc:sldMk cId="964745498" sldId="819"/>
            <ac:spMk id="2" creationId="{D3268F01-42DA-FB76-6F03-0D47F023C7F7}"/>
          </ac:spMkLst>
        </pc:spChg>
        <pc:spChg chg="mod">
          <ac:chgData name="Hainana, Helena" userId="a58133b2-e263-497f-a540-9c147da11375" providerId="ADAL" clId="{4923009A-821D-4917-ADD0-7DB67413FC0C}" dt="2026-03-18T13:16:11.198" v="2656" actId="1076"/>
          <ac:spMkLst>
            <pc:docMk/>
            <pc:sldMk cId="964745498" sldId="819"/>
            <ac:spMk id="3" creationId="{7938C1FE-50E4-BF35-514E-6E6487D507A3}"/>
          </ac:spMkLst>
        </pc:spChg>
        <pc:spChg chg="mod">
          <ac:chgData name="Hainana, Helena" userId="a58133b2-e263-497f-a540-9c147da11375" providerId="ADAL" clId="{4923009A-821D-4917-ADD0-7DB67413FC0C}" dt="2026-03-18T18:29:38.982" v="3614" actId="113"/>
          <ac:spMkLst>
            <pc:docMk/>
            <pc:sldMk cId="964745498" sldId="819"/>
            <ac:spMk id="39941" creationId="{00000000-0000-0000-0000-000000000000}"/>
          </ac:spMkLst>
        </pc:spChg>
        <pc:spChg chg="del">
          <ac:chgData name="Hainana, Helena" userId="a58133b2-e263-497f-a540-9c147da11375" providerId="ADAL" clId="{4923009A-821D-4917-ADD0-7DB67413FC0C}" dt="2026-03-18T13:13:30.130" v="2615" actId="478"/>
          <ac:spMkLst>
            <pc:docMk/>
            <pc:sldMk cId="964745498" sldId="819"/>
            <ac:spMk id="39943" creationId="{00000000-0000-0000-0000-000000000000}"/>
          </ac:spMkLst>
        </pc:spChg>
        <pc:spChg chg="del">
          <ac:chgData name="Hainana, Helena" userId="a58133b2-e263-497f-a540-9c147da11375" providerId="ADAL" clId="{4923009A-821D-4917-ADD0-7DB67413FC0C}" dt="2026-03-18T13:13:33.407" v="2616" actId="478"/>
          <ac:spMkLst>
            <pc:docMk/>
            <pc:sldMk cId="964745498" sldId="819"/>
            <ac:spMk id="39944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3:17:22.079" v="2711" actId="1076"/>
        <pc:sldMkLst>
          <pc:docMk/>
          <pc:sldMk cId="2478891943" sldId="820"/>
        </pc:sldMkLst>
        <pc:spChg chg="mod">
          <ac:chgData name="Hainana, Helena" userId="a58133b2-e263-497f-a540-9c147da11375" providerId="ADAL" clId="{4923009A-821D-4917-ADD0-7DB67413FC0C}" dt="2026-03-18T13:17:22.079" v="2711" actId="1076"/>
          <ac:spMkLst>
            <pc:docMk/>
            <pc:sldMk cId="2478891943" sldId="820"/>
            <ac:spMk id="40965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3:16:50.068" v="2661" actId="20577"/>
          <ac:spMkLst>
            <pc:docMk/>
            <pc:sldMk cId="2478891943" sldId="820"/>
            <ac:spMk id="40966" creationId="{00000000-0000-0000-0000-000000000000}"/>
          </ac:spMkLst>
        </pc:spChg>
      </pc:sldChg>
      <pc:sldChg chg="modSp">
        <pc:chgData name="Hainana, Helena" userId="a58133b2-e263-497f-a540-9c147da11375" providerId="ADAL" clId="{4923009A-821D-4917-ADD0-7DB67413FC0C}" dt="2026-03-18T13:34:13.409" v="3319" actId="13926"/>
        <pc:sldMkLst>
          <pc:docMk/>
          <pc:sldMk cId="3684276940" sldId="822"/>
        </pc:sldMkLst>
        <pc:spChg chg="mod">
          <ac:chgData name="Hainana, Helena" userId="a58133b2-e263-497f-a540-9c147da11375" providerId="ADAL" clId="{4923009A-821D-4917-ADD0-7DB67413FC0C}" dt="2026-03-18T13:34:13.409" v="3319" actId="13926"/>
          <ac:spMkLst>
            <pc:docMk/>
            <pc:sldMk cId="3684276940" sldId="822"/>
            <ac:spMk id="399364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3:35:42.932" v="3332" actId="5793"/>
        <pc:sldMkLst>
          <pc:docMk/>
          <pc:sldMk cId="428723511" sldId="823"/>
        </pc:sldMkLst>
        <pc:spChg chg="mod">
          <ac:chgData name="Hainana, Helena" userId="a58133b2-e263-497f-a540-9c147da11375" providerId="ADAL" clId="{4923009A-821D-4917-ADD0-7DB67413FC0C}" dt="2026-03-18T13:35:02.135" v="3322" actId="113"/>
          <ac:spMkLst>
            <pc:docMk/>
            <pc:sldMk cId="428723511" sldId="823"/>
            <ac:spMk id="44037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3:35:42.932" v="3332" actId="5793"/>
          <ac:spMkLst>
            <pc:docMk/>
            <pc:sldMk cId="428723511" sldId="823"/>
            <ac:spMk id="400388" creationId="{00000000-0000-0000-0000-000000000000}"/>
          </ac:spMkLst>
        </pc:spChg>
      </pc:sldChg>
      <pc:sldChg chg="del">
        <pc:chgData name="Hainana, Helena" userId="a58133b2-e263-497f-a540-9c147da11375" providerId="ADAL" clId="{4923009A-821D-4917-ADD0-7DB67413FC0C}" dt="2026-03-18T13:07:55.850" v="2511" actId="47"/>
        <pc:sldMkLst>
          <pc:docMk/>
          <pc:sldMk cId="2271853536" sldId="839"/>
        </pc:sldMkLst>
      </pc:sldChg>
      <pc:sldChg chg="modSp mod">
        <pc:chgData name="Hainana, Helena" userId="a58133b2-e263-497f-a540-9c147da11375" providerId="ADAL" clId="{4923009A-821D-4917-ADD0-7DB67413FC0C}" dt="2026-03-18T18:29:17.213" v="3603" actId="113"/>
        <pc:sldMkLst>
          <pc:docMk/>
          <pc:sldMk cId="1136154165" sldId="875"/>
        </pc:sldMkLst>
        <pc:spChg chg="mod">
          <ac:chgData name="Hainana, Helena" userId="a58133b2-e263-497f-a540-9c147da11375" providerId="ADAL" clId="{4923009A-821D-4917-ADD0-7DB67413FC0C}" dt="2026-03-18T12:42:25.104" v="2354" actId="20577"/>
          <ac:spMkLst>
            <pc:docMk/>
            <pc:sldMk cId="1136154165" sldId="875"/>
            <ac:spMk id="3" creationId="{3A2D17DF-F854-4F12-BE61-11E3BBA86081}"/>
          </ac:spMkLst>
        </pc:spChg>
        <pc:spChg chg="mod">
          <ac:chgData name="Hainana, Helena" userId="a58133b2-e263-497f-a540-9c147da11375" providerId="ADAL" clId="{4923009A-821D-4917-ADD0-7DB67413FC0C}" dt="2026-03-18T18:29:17.213" v="3603" actId="113"/>
          <ac:spMkLst>
            <pc:docMk/>
            <pc:sldMk cId="1136154165" sldId="875"/>
            <ac:spMk id="29702" creationId="{00000000-0000-0000-0000-000000000000}"/>
          </ac:spMkLst>
        </pc:spChg>
      </pc:sldChg>
      <pc:sldChg chg="del">
        <pc:chgData name="Hainana, Helena" userId="a58133b2-e263-497f-a540-9c147da11375" providerId="ADAL" clId="{4923009A-821D-4917-ADD0-7DB67413FC0C}" dt="2026-03-18T13:17:28.368" v="2712" actId="47"/>
        <pc:sldMkLst>
          <pc:docMk/>
          <pc:sldMk cId="1506134777" sldId="902"/>
        </pc:sldMkLst>
      </pc:sldChg>
      <pc:sldChg chg="modSp mod">
        <pc:chgData name="Hainana, Helena" userId="a58133b2-e263-497f-a540-9c147da11375" providerId="ADAL" clId="{4923009A-821D-4917-ADD0-7DB67413FC0C}" dt="2026-03-18T13:40:14.944" v="3386" actId="113"/>
        <pc:sldMkLst>
          <pc:docMk/>
          <pc:sldMk cId="2579522272" sldId="907"/>
        </pc:sldMkLst>
        <pc:spChg chg="mod">
          <ac:chgData name="Hainana, Helena" userId="a58133b2-e263-497f-a540-9c147da11375" providerId="ADAL" clId="{4923009A-821D-4917-ADD0-7DB67413FC0C}" dt="2026-03-18T13:40:14.944" v="3386" actId="113"/>
          <ac:spMkLst>
            <pc:docMk/>
            <pc:sldMk cId="2579522272" sldId="907"/>
            <ac:spMk id="4102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6T13:18:08.952" v="189" actId="14100"/>
          <ac:picMkLst>
            <pc:docMk/>
            <pc:sldMk cId="2579522272" sldId="907"/>
            <ac:picMk id="46083" creationId="{00000000-0000-0000-0000-000000000000}"/>
          </ac:picMkLst>
        </pc:picChg>
      </pc:sldChg>
      <pc:sldChg chg="modSp mod">
        <pc:chgData name="Hainana, Helena" userId="a58133b2-e263-497f-a540-9c147da11375" providerId="ADAL" clId="{4923009A-821D-4917-ADD0-7DB67413FC0C}" dt="2026-03-18T18:29:53.221" v="3616" actId="113"/>
        <pc:sldMkLst>
          <pc:docMk/>
          <pc:sldMk cId="1065220071" sldId="909"/>
        </pc:sldMkLst>
        <pc:spChg chg="mod">
          <ac:chgData name="Hainana, Helena" userId="a58133b2-e263-497f-a540-9c147da11375" providerId="ADAL" clId="{4923009A-821D-4917-ADD0-7DB67413FC0C}" dt="2026-03-18T18:29:53.221" v="3616" actId="113"/>
          <ac:spMkLst>
            <pc:docMk/>
            <pc:sldMk cId="1065220071" sldId="909"/>
            <ac:spMk id="4" creationId="{F3DA8A23-7E25-1074-6943-45369E4D1EC8}"/>
          </ac:spMkLst>
        </pc:spChg>
        <pc:spChg chg="mod">
          <ac:chgData name="Hainana, Helena" userId="a58133b2-e263-497f-a540-9c147da11375" providerId="ADAL" clId="{4923009A-821D-4917-ADD0-7DB67413FC0C}" dt="2026-03-18T13:18:14.367" v="2721" actId="14100"/>
          <ac:spMkLst>
            <pc:docMk/>
            <pc:sldMk cId="1065220071" sldId="909"/>
            <ac:spMk id="66562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8T13:18:31.680" v="2722" actId="14100"/>
          <ac:picMkLst>
            <pc:docMk/>
            <pc:sldMk cId="1065220071" sldId="909"/>
            <ac:picMk id="56323" creationId="{00000000-0000-0000-0000-000000000000}"/>
          </ac:picMkLst>
        </pc:picChg>
      </pc:sldChg>
      <pc:sldChg chg="modSp mod">
        <pc:chgData name="Hainana, Helena" userId="a58133b2-e263-497f-a540-9c147da11375" providerId="ADAL" clId="{4923009A-821D-4917-ADD0-7DB67413FC0C}" dt="2026-03-18T18:28:29.568" v="3586" actId="113"/>
        <pc:sldMkLst>
          <pc:docMk/>
          <pc:sldMk cId="2477548662" sldId="910"/>
        </pc:sldMkLst>
        <pc:spChg chg="mod">
          <ac:chgData name="Hainana, Helena" userId="a58133b2-e263-497f-a540-9c147da11375" providerId="ADAL" clId="{4923009A-821D-4917-ADD0-7DB67413FC0C}" dt="2026-03-18T18:28:29.568" v="3586" actId="113"/>
          <ac:spMkLst>
            <pc:docMk/>
            <pc:sldMk cId="2477548662" sldId="910"/>
            <ac:spMk id="18438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8:29:00.759" v="3596" actId="113"/>
        <pc:sldMkLst>
          <pc:docMk/>
          <pc:sldMk cId="451517063" sldId="912"/>
        </pc:sldMkLst>
        <pc:spChg chg="mod">
          <ac:chgData name="Hainana, Helena" userId="a58133b2-e263-497f-a540-9c147da11375" providerId="ADAL" clId="{4923009A-821D-4917-ADD0-7DB67413FC0C}" dt="2026-03-18T11:10:08.722" v="1368" actId="20577"/>
          <ac:spMkLst>
            <pc:docMk/>
            <pc:sldMk cId="451517063" sldId="912"/>
            <ac:spMk id="23556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8:29:00.759" v="3596" actId="113"/>
          <ac:spMkLst>
            <pc:docMk/>
            <pc:sldMk cId="451517063" sldId="912"/>
            <ac:spMk id="23557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8T11:10:13.649" v="1369" actId="14100"/>
          <ac:picMkLst>
            <pc:docMk/>
            <pc:sldMk cId="451517063" sldId="912"/>
            <ac:picMk id="84997" creationId="{00000000-0000-0000-0000-000000000000}"/>
          </ac:picMkLst>
        </pc:picChg>
      </pc:sldChg>
      <pc:sldChg chg="delSp modSp mod">
        <pc:chgData name="Hainana, Helena" userId="a58133b2-e263-497f-a540-9c147da11375" providerId="ADAL" clId="{4923009A-821D-4917-ADD0-7DB67413FC0C}" dt="2026-03-18T18:27:29.627" v="3564" actId="113"/>
        <pc:sldMkLst>
          <pc:docMk/>
          <pc:sldMk cId="477534721" sldId="913"/>
        </pc:sldMkLst>
        <pc:spChg chg="del">
          <ac:chgData name="Hainana, Helena" userId="a58133b2-e263-497f-a540-9c147da11375" providerId="ADAL" clId="{4923009A-821D-4917-ADD0-7DB67413FC0C}" dt="2026-03-17T10:06:04.681" v="424" actId="478"/>
          <ac:spMkLst>
            <pc:docMk/>
            <pc:sldMk cId="477534721" sldId="913"/>
            <ac:spMk id="8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8:27:29.627" v="3564" actId="113"/>
          <ac:spMkLst>
            <pc:docMk/>
            <pc:sldMk cId="477534721" sldId="913"/>
            <ac:spMk id="7173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8:27:50.894" v="3572" actId="113"/>
        <pc:sldMkLst>
          <pc:docMk/>
          <pc:sldMk cId="3103882539" sldId="914"/>
        </pc:sldMkLst>
        <pc:spChg chg="mod">
          <ac:chgData name="Hainana, Helena" userId="a58133b2-e263-497f-a540-9c147da11375" providerId="ADAL" clId="{4923009A-821D-4917-ADD0-7DB67413FC0C}" dt="2026-03-18T18:27:50.894" v="3572" actId="113"/>
          <ac:spMkLst>
            <pc:docMk/>
            <pc:sldMk cId="3103882539" sldId="914"/>
            <ac:spMk id="6150" creationId="{00000000-0000-0000-0000-000000000000}"/>
          </ac:spMkLst>
        </pc:spChg>
      </pc:sldChg>
      <pc:sldChg chg="delSp modSp mod">
        <pc:chgData name="Hainana, Helena" userId="a58133b2-e263-497f-a540-9c147da11375" providerId="ADAL" clId="{4923009A-821D-4917-ADD0-7DB67413FC0C}" dt="2026-03-18T18:27:55.398" v="3574" actId="113"/>
        <pc:sldMkLst>
          <pc:docMk/>
          <pc:sldMk cId="2458899894" sldId="916"/>
        </pc:sldMkLst>
        <pc:spChg chg="mod">
          <ac:chgData name="Hainana, Helena" userId="a58133b2-e263-497f-a540-9c147da11375" providerId="ADAL" clId="{4923009A-821D-4917-ADD0-7DB67413FC0C}" dt="2026-03-18T18:27:55.398" v="3574" actId="113"/>
          <ac:spMkLst>
            <pc:docMk/>
            <pc:sldMk cId="2458899894" sldId="916"/>
            <ac:spMk id="4" creationId="{BF98697A-DD69-528B-ADF7-06618746584E}"/>
          </ac:spMkLst>
        </pc:spChg>
        <pc:spChg chg="mod">
          <ac:chgData name="Hainana, Helena" userId="a58133b2-e263-497f-a540-9c147da11375" providerId="ADAL" clId="{4923009A-821D-4917-ADD0-7DB67413FC0C}" dt="2026-03-18T13:45:32.971" v="3438" actId="207"/>
          <ac:spMkLst>
            <pc:docMk/>
            <pc:sldMk cId="2458899894" sldId="916"/>
            <ac:spMk id="9" creationId="{7D6CA54A-4DC3-2AAC-9738-5A5A444D4038}"/>
          </ac:spMkLst>
        </pc:spChg>
        <pc:picChg chg="del">
          <ac:chgData name="Hainana, Helena" userId="a58133b2-e263-497f-a540-9c147da11375" providerId="ADAL" clId="{4923009A-821D-4917-ADD0-7DB67413FC0C}" dt="2026-03-18T08:39:43.256" v="878" actId="478"/>
          <ac:picMkLst>
            <pc:docMk/>
            <pc:sldMk cId="2458899894" sldId="916"/>
            <ac:picMk id="14" creationId="{5E5CEA28-D6E3-4FA9-71CF-C053AA6904AC}"/>
          </ac:picMkLst>
        </pc:picChg>
      </pc:sldChg>
      <pc:sldChg chg="modSp mod">
        <pc:chgData name="Hainana, Helena" userId="a58133b2-e263-497f-a540-9c147da11375" providerId="ADAL" clId="{4923009A-821D-4917-ADD0-7DB67413FC0C}" dt="2026-03-18T18:27:41.418" v="3568" actId="113"/>
        <pc:sldMkLst>
          <pc:docMk/>
          <pc:sldMk cId="579547174" sldId="919"/>
        </pc:sldMkLst>
        <pc:spChg chg="mod">
          <ac:chgData name="Hainana, Helena" userId="a58133b2-e263-497f-a540-9c147da11375" providerId="ADAL" clId="{4923009A-821D-4917-ADD0-7DB67413FC0C}" dt="2026-03-18T18:27:41.418" v="3568" actId="113"/>
          <ac:spMkLst>
            <pc:docMk/>
            <pc:sldMk cId="579547174" sldId="919"/>
            <ac:spMk id="6150" creationId="{00000000-0000-0000-0000-000000000000}"/>
          </ac:spMkLst>
        </pc:spChg>
      </pc:sldChg>
      <pc:sldChg chg="del">
        <pc:chgData name="Hainana, Helena" userId="a58133b2-e263-497f-a540-9c147da11375" providerId="ADAL" clId="{4923009A-821D-4917-ADD0-7DB67413FC0C}" dt="2026-03-18T10:19:57.216" v="1003" actId="47"/>
        <pc:sldMkLst>
          <pc:docMk/>
          <pc:sldMk cId="3877982781" sldId="920"/>
        </pc:sldMkLst>
      </pc:sldChg>
      <pc:sldChg chg="modSp mod">
        <pc:chgData name="Hainana, Helena" userId="a58133b2-e263-497f-a540-9c147da11375" providerId="ADAL" clId="{4923009A-821D-4917-ADD0-7DB67413FC0C}" dt="2026-03-18T18:28:55.353" v="3594" actId="113"/>
        <pc:sldMkLst>
          <pc:docMk/>
          <pc:sldMk cId="3803281333" sldId="921"/>
        </pc:sldMkLst>
        <pc:spChg chg="mod">
          <ac:chgData name="Hainana, Helena" userId="a58133b2-e263-497f-a540-9c147da11375" providerId="ADAL" clId="{4923009A-821D-4917-ADD0-7DB67413FC0C}" dt="2026-03-18T18:28:55.353" v="3594" actId="113"/>
          <ac:spMkLst>
            <pc:docMk/>
            <pc:sldMk cId="3803281333" sldId="921"/>
            <ac:spMk id="22532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2:02:07.838" v="1921" actId="1076"/>
          <ac:spMkLst>
            <pc:docMk/>
            <pc:sldMk cId="3803281333" sldId="921"/>
            <ac:spMk id="22556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8T12:10:25.419" v="2000" actId="1076"/>
          <ac:picMkLst>
            <pc:docMk/>
            <pc:sldMk cId="3803281333" sldId="921"/>
            <ac:picMk id="2" creationId="{6947787D-389F-CB39-BDFB-1CC058655CAC}"/>
          </ac:picMkLst>
        </pc:picChg>
        <pc:picChg chg="mod">
          <ac:chgData name="Hainana, Helena" userId="a58133b2-e263-497f-a540-9c147da11375" providerId="ADAL" clId="{4923009A-821D-4917-ADD0-7DB67413FC0C}" dt="2026-03-18T12:02:10.517" v="1922" actId="1076"/>
          <ac:picMkLst>
            <pc:docMk/>
            <pc:sldMk cId="3803281333" sldId="921"/>
            <ac:picMk id="82970" creationId="{00000000-0000-0000-0000-000000000000}"/>
          </ac:picMkLst>
        </pc:picChg>
      </pc:sldChg>
      <pc:sldChg chg="addSp delSp modSp mod">
        <pc:chgData name="Hainana, Helena" userId="a58133b2-e263-497f-a540-9c147da11375" providerId="ADAL" clId="{4923009A-821D-4917-ADD0-7DB67413FC0C}" dt="2026-03-18T18:29:04.972" v="3598" actId="113"/>
        <pc:sldMkLst>
          <pc:docMk/>
          <pc:sldMk cId="3598833250" sldId="922"/>
        </pc:sldMkLst>
        <pc:spChg chg="add del mod">
          <ac:chgData name="Hainana, Helena" userId="a58133b2-e263-497f-a540-9c147da11375" providerId="ADAL" clId="{4923009A-821D-4917-ADD0-7DB67413FC0C}" dt="2026-03-18T12:21:53.555" v="2140" actId="478"/>
          <ac:spMkLst>
            <pc:docMk/>
            <pc:sldMk cId="3598833250" sldId="922"/>
            <ac:spMk id="3" creationId="{BE9C3715-2434-45DC-D2F3-FDEAA8D2BDA8}"/>
          </ac:spMkLst>
        </pc:spChg>
        <pc:spChg chg="add del">
          <ac:chgData name="Hainana, Helena" userId="a58133b2-e263-497f-a540-9c147da11375" providerId="ADAL" clId="{4923009A-821D-4917-ADD0-7DB67413FC0C}" dt="2026-03-18T12:21:52.999" v="2139" actId="22"/>
          <ac:spMkLst>
            <pc:docMk/>
            <pc:sldMk cId="3598833250" sldId="922"/>
            <ac:spMk id="5" creationId="{EEEDF932-014C-7A78-A376-2076E09CB9DA}"/>
          </ac:spMkLst>
        </pc:spChg>
        <pc:spChg chg="add del mod">
          <ac:chgData name="Hainana, Helena" userId="a58133b2-e263-497f-a540-9c147da11375" providerId="ADAL" clId="{4923009A-821D-4917-ADD0-7DB67413FC0C}" dt="2026-03-18T13:55:13.695" v="3479" actId="113"/>
          <ac:spMkLst>
            <pc:docMk/>
            <pc:sldMk cId="3598833250" sldId="922"/>
            <ac:spMk id="29701" creationId="{00000000-0000-0000-0000-000000000000}"/>
          </ac:spMkLst>
        </pc:spChg>
        <pc:spChg chg="mod">
          <ac:chgData name="Hainana, Helena" userId="a58133b2-e263-497f-a540-9c147da11375" providerId="ADAL" clId="{4923009A-821D-4917-ADD0-7DB67413FC0C}" dt="2026-03-18T18:29:04.972" v="3598" actId="113"/>
          <ac:spMkLst>
            <pc:docMk/>
            <pc:sldMk cId="3598833250" sldId="922"/>
            <ac:spMk id="29702" creationId="{00000000-0000-0000-0000-000000000000}"/>
          </ac:spMkLst>
        </pc:spChg>
        <pc:picChg chg="mod">
          <ac:chgData name="Hainana, Helena" userId="a58133b2-e263-497f-a540-9c147da11375" providerId="ADAL" clId="{4923009A-821D-4917-ADD0-7DB67413FC0C}" dt="2026-03-18T12:34:00.201" v="2277" actId="14100"/>
          <ac:picMkLst>
            <pc:docMk/>
            <pc:sldMk cId="3598833250" sldId="922"/>
            <ac:picMk id="97283" creationId="{00000000-0000-0000-0000-000000000000}"/>
          </ac:picMkLst>
        </pc:picChg>
      </pc:sldChg>
      <pc:sldChg chg="del">
        <pc:chgData name="Hainana, Helena" userId="a58133b2-e263-497f-a540-9c147da11375" providerId="ADAL" clId="{4923009A-821D-4917-ADD0-7DB67413FC0C}" dt="2026-03-18T12:47:30.345" v="2408" actId="47"/>
        <pc:sldMkLst>
          <pc:docMk/>
          <pc:sldMk cId="3338653974" sldId="923"/>
        </pc:sldMkLst>
      </pc:sldChg>
      <pc:sldChg chg="del">
        <pc:chgData name="Hainana, Helena" userId="a58133b2-e263-497f-a540-9c147da11375" providerId="ADAL" clId="{4923009A-821D-4917-ADD0-7DB67413FC0C}" dt="2026-03-18T13:09:08.120" v="2513" actId="47"/>
        <pc:sldMkLst>
          <pc:docMk/>
          <pc:sldMk cId="1335184941" sldId="924"/>
        </pc:sldMkLst>
      </pc:sldChg>
      <pc:sldChg chg="modSp mod">
        <pc:chgData name="Hainana, Helena" userId="a58133b2-e263-497f-a540-9c147da11375" providerId="ADAL" clId="{4923009A-821D-4917-ADD0-7DB67413FC0C}" dt="2026-03-18T13:48:37.454" v="3443" actId="20577"/>
        <pc:sldMkLst>
          <pc:docMk/>
          <pc:sldMk cId="32324238" sldId="925"/>
        </pc:sldMkLst>
        <pc:spChg chg="mod">
          <ac:chgData name="Hainana, Helena" userId="a58133b2-e263-497f-a540-9c147da11375" providerId="ADAL" clId="{4923009A-821D-4917-ADD0-7DB67413FC0C}" dt="2026-03-18T13:48:37.454" v="3443" actId="20577"/>
          <ac:spMkLst>
            <pc:docMk/>
            <pc:sldMk cId="32324238" sldId="925"/>
            <ac:spMk id="17414" creationId="{00000000-0000-0000-0000-000000000000}"/>
          </ac:spMkLst>
        </pc:spChg>
      </pc:sldChg>
      <pc:sldChg chg="modSp mod">
        <pc:chgData name="Hainana, Helena" userId="a58133b2-e263-497f-a540-9c147da11375" providerId="ADAL" clId="{4923009A-821D-4917-ADD0-7DB67413FC0C}" dt="2026-03-18T13:50:06.082" v="3448" actId="20577"/>
        <pc:sldMkLst>
          <pc:docMk/>
          <pc:sldMk cId="1680229127" sldId="926"/>
        </pc:sldMkLst>
        <pc:spChg chg="mod">
          <ac:chgData name="Hainana, Helena" userId="a58133b2-e263-497f-a540-9c147da11375" providerId="ADAL" clId="{4923009A-821D-4917-ADD0-7DB67413FC0C}" dt="2026-03-18T13:50:06.082" v="3448" actId="20577"/>
          <ac:spMkLst>
            <pc:docMk/>
            <pc:sldMk cId="1680229127" sldId="926"/>
            <ac:spMk id="2" creationId="{0315DD5B-1FD0-6D24-3DA7-8178EB1A26BB}"/>
          </ac:spMkLst>
        </pc:spChg>
        <pc:spChg chg="mod">
          <ac:chgData name="Hainana, Helena" userId="a58133b2-e263-497f-a540-9c147da11375" providerId="ADAL" clId="{4923009A-821D-4917-ADD0-7DB67413FC0C}" dt="2026-03-18T11:09:03.091" v="1351" actId="14100"/>
          <ac:spMkLst>
            <pc:docMk/>
            <pc:sldMk cId="1680229127" sldId="926"/>
            <ac:spMk id="4" creationId="{B25AB6F4-C031-38F0-5536-1EE6A6C538AD}"/>
          </ac:spMkLst>
        </pc:spChg>
      </pc:sldChg>
      <pc:sldChg chg="modSp mod">
        <pc:chgData name="Hainana, Helena" userId="a58133b2-e263-497f-a540-9c147da11375" providerId="ADAL" clId="{4923009A-821D-4917-ADD0-7DB67413FC0C}" dt="2026-03-18T13:17:39.431" v="2714" actId="14100"/>
        <pc:sldMkLst>
          <pc:docMk/>
          <pc:sldMk cId="2366027905" sldId="927"/>
        </pc:sldMkLst>
        <pc:picChg chg="mod">
          <ac:chgData name="Hainana, Helena" userId="a58133b2-e263-497f-a540-9c147da11375" providerId="ADAL" clId="{4923009A-821D-4917-ADD0-7DB67413FC0C}" dt="2026-03-18T13:17:39.431" v="2714" actId="14100"/>
          <ac:picMkLst>
            <pc:docMk/>
            <pc:sldMk cId="2366027905" sldId="927"/>
            <ac:picMk id="56323" creationId="{00000000-0000-0000-0000-000000000000}"/>
          </ac:picMkLst>
        </pc:picChg>
      </pc:sldChg>
      <pc:sldChg chg="modSp mod">
        <pc:chgData name="Hainana, Helena" userId="a58133b2-e263-497f-a540-9c147da11375" providerId="ADAL" clId="{4923009A-821D-4917-ADD0-7DB67413FC0C}" dt="2026-03-18T18:30:03.085" v="3620" actId="113"/>
        <pc:sldMkLst>
          <pc:docMk/>
          <pc:sldMk cId="2347598660" sldId="928"/>
        </pc:sldMkLst>
        <pc:spChg chg="mod">
          <ac:chgData name="Hainana, Helena" userId="a58133b2-e263-497f-a540-9c147da11375" providerId="ADAL" clId="{4923009A-821D-4917-ADD0-7DB67413FC0C}" dt="2026-03-18T18:30:03.085" v="3620" actId="113"/>
          <ac:spMkLst>
            <pc:docMk/>
            <pc:sldMk cId="2347598660" sldId="928"/>
            <ac:spMk id="4" creationId="{F3DA8A23-7E25-1074-6943-45369E4D1EC8}"/>
          </ac:spMkLst>
        </pc:spChg>
      </pc:sldChg>
      <pc:sldChg chg="del">
        <pc:chgData name="Hainana, Helena" userId="a58133b2-e263-497f-a540-9c147da11375" providerId="ADAL" clId="{4923009A-821D-4917-ADD0-7DB67413FC0C}" dt="2026-03-18T13:36:26.655" v="3333" actId="47"/>
        <pc:sldMkLst>
          <pc:docMk/>
          <pc:sldMk cId="937864722" sldId="929"/>
        </pc:sldMkLst>
      </pc:sldChg>
      <pc:sldChg chg="addSp delSp modSp mod">
        <pc:chgData name="Hainana, Helena" userId="a58133b2-e263-497f-a540-9c147da11375" providerId="ADAL" clId="{4923009A-821D-4917-ADD0-7DB67413FC0C}" dt="2026-03-18T13:37:54.684" v="3348" actId="20577"/>
        <pc:sldMkLst>
          <pc:docMk/>
          <pc:sldMk cId="751014436" sldId="930"/>
        </pc:sldMkLst>
        <pc:spChg chg="mod">
          <ac:chgData name="Hainana, Helena" userId="a58133b2-e263-497f-a540-9c147da11375" providerId="ADAL" clId="{4923009A-821D-4917-ADD0-7DB67413FC0C}" dt="2026-03-18T13:37:54.684" v="3348" actId="20577"/>
          <ac:spMkLst>
            <pc:docMk/>
            <pc:sldMk cId="751014436" sldId="930"/>
            <ac:spMk id="9" creationId="{F345FE6B-1EAD-13F4-1162-1A609845EBA0}"/>
          </ac:spMkLst>
        </pc:spChg>
        <pc:spChg chg="add del mod">
          <ac:chgData name="Hainana, Helena" userId="a58133b2-e263-497f-a540-9c147da11375" providerId="ADAL" clId="{4923009A-821D-4917-ADD0-7DB67413FC0C}" dt="2026-03-18T13:37:52.548" v="3344" actId="20577"/>
          <ac:spMkLst>
            <pc:docMk/>
            <pc:sldMk cId="751014436" sldId="930"/>
            <ac:spMk id="11" creationId="{D82479B0-ED7D-59F6-4858-AF229A4B6738}"/>
          </ac:spMkLst>
        </pc:spChg>
        <pc:picChg chg="mod">
          <ac:chgData name="Hainana, Helena" userId="a58133b2-e263-497f-a540-9c147da11375" providerId="ADAL" clId="{4923009A-821D-4917-ADD0-7DB67413FC0C}" dt="2026-03-18T13:37:51.491" v="3342" actId="1076"/>
          <ac:picMkLst>
            <pc:docMk/>
            <pc:sldMk cId="751014436" sldId="930"/>
            <ac:picMk id="13" creationId="{73B2E98A-72C7-7EC5-8388-A680AB5E9B83}"/>
          </ac:picMkLst>
        </pc:picChg>
      </pc:sldChg>
      <pc:sldChg chg="modSp mod">
        <pc:chgData name="Hainana, Helena" userId="a58133b2-e263-497f-a540-9c147da11375" providerId="ADAL" clId="{4923009A-821D-4917-ADD0-7DB67413FC0C}" dt="2026-03-18T18:29:58.917" v="3618" actId="113"/>
        <pc:sldMkLst>
          <pc:docMk/>
          <pc:sldMk cId="275128469" sldId="931"/>
        </pc:sldMkLst>
        <pc:spChg chg="mod">
          <ac:chgData name="Hainana, Helena" userId="a58133b2-e263-497f-a540-9c147da11375" providerId="ADAL" clId="{4923009A-821D-4917-ADD0-7DB67413FC0C}" dt="2026-03-18T18:29:58.917" v="3618" actId="113"/>
          <ac:spMkLst>
            <pc:docMk/>
            <pc:sldMk cId="275128469" sldId="931"/>
            <ac:spMk id="4" creationId="{F3DA8A23-7E25-1074-6943-45369E4D1EC8}"/>
          </ac:spMkLst>
        </pc:spChg>
      </pc:sldChg>
      <pc:sldChg chg="del">
        <pc:chgData name="Hainana, Helena" userId="a58133b2-e263-497f-a540-9c147da11375" providerId="ADAL" clId="{4923009A-821D-4917-ADD0-7DB67413FC0C}" dt="2026-03-18T13:08:10.657" v="2512" actId="47"/>
        <pc:sldMkLst>
          <pc:docMk/>
          <pc:sldMk cId="1920131540" sldId="932"/>
        </pc:sldMkLst>
      </pc:sldChg>
      <pc:sldChg chg="addSp modSp mod">
        <pc:chgData name="Hainana, Helena" userId="a58133b2-e263-497f-a540-9c147da11375" providerId="ADAL" clId="{4923009A-821D-4917-ADD0-7DB67413FC0C}" dt="2026-03-18T18:27:35.725" v="3566" actId="113"/>
        <pc:sldMkLst>
          <pc:docMk/>
          <pc:sldMk cId="2312623440" sldId="933"/>
        </pc:sldMkLst>
        <pc:spChg chg="add">
          <ac:chgData name="Hainana, Helena" userId="a58133b2-e263-497f-a540-9c147da11375" providerId="ADAL" clId="{4923009A-821D-4917-ADD0-7DB67413FC0C}" dt="2026-03-17T10:11:03.004" v="444"/>
          <ac:spMkLst>
            <pc:docMk/>
            <pc:sldMk cId="2312623440" sldId="933"/>
            <ac:spMk id="2" creationId="{45583238-7B19-9A67-BF80-268E8A97DC75}"/>
          </ac:spMkLst>
        </pc:spChg>
        <pc:spChg chg="add">
          <ac:chgData name="Hainana, Helena" userId="a58133b2-e263-497f-a540-9c147da11375" providerId="ADAL" clId="{4923009A-821D-4917-ADD0-7DB67413FC0C}" dt="2026-03-17T10:15:07.701" v="486"/>
          <ac:spMkLst>
            <pc:docMk/>
            <pc:sldMk cId="2312623440" sldId="933"/>
            <ac:spMk id="3" creationId="{05371056-A2CC-2096-641E-AED33AF50BAC}"/>
          </ac:spMkLst>
        </pc:spChg>
        <pc:spChg chg="mod">
          <ac:chgData name="Hainana, Helena" userId="a58133b2-e263-497f-a540-9c147da11375" providerId="ADAL" clId="{4923009A-821D-4917-ADD0-7DB67413FC0C}" dt="2026-03-18T18:27:35.725" v="3566" actId="113"/>
          <ac:spMkLst>
            <pc:docMk/>
            <pc:sldMk cId="2312623440" sldId="933"/>
            <ac:spMk id="7173" creationId="{323E8657-19E9-0E46-C9CD-AEEC5D604DF3}"/>
          </ac:spMkLst>
        </pc:spChg>
        <pc:spChg chg="mod">
          <ac:chgData name="Hainana, Helena" userId="a58133b2-e263-497f-a540-9c147da11375" providerId="ADAL" clId="{4923009A-821D-4917-ADD0-7DB67413FC0C}" dt="2026-03-17T17:51:22.617" v="868" actId="1076"/>
          <ac:spMkLst>
            <pc:docMk/>
            <pc:sldMk cId="2312623440" sldId="933"/>
            <ac:spMk id="7174" creationId="{B9BBCD31-3736-9A3C-4D35-9BDB6586C76E}"/>
          </ac:spMkLst>
        </pc:spChg>
        <pc:picChg chg="mod">
          <ac:chgData name="Hainana, Helena" userId="a58133b2-e263-497f-a540-9c147da11375" providerId="ADAL" clId="{4923009A-821D-4917-ADD0-7DB67413FC0C}" dt="2026-03-17T17:51:32.812" v="870" actId="1076"/>
          <ac:picMkLst>
            <pc:docMk/>
            <pc:sldMk cId="2312623440" sldId="933"/>
            <ac:picMk id="52227" creationId="{BA6AAD93-F267-0929-C380-81A2897EE3A2}"/>
          </ac:picMkLst>
        </pc:picChg>
      </pc:sldChg>
      <pc:sldChg chg="delSp modSp mod">
        <pc:chgData name="Hainana, Helena" userId="a58133b2-e263-497f-a540-9c147da11375" providerId="ADAL" clId="{4923009A-821D-4917-ADD0-7DB67413FC0C}" dt="2026-03-18T18:27:06.678" v="3560" actId="113"/>
        <pc:sldMkLst>
          <pc:docMk/>
          <pc:sldMk cId="2368813322" sldId="934"/>
        </pc:sldMkLst>
        <pc:spChg chg="mod">
          <ac:chgData name="Hainana, Helena" userId="a58133b2-e263-497f-a540-9c147da11375" providerId="ADAL" clId="{4923009A-821D-4917-ADD0-7DB67413FC0C}" dt="2026-03-16T13:14:11.281" v="183" actId="1076"/>
          <ac:spMkLst>
            <pc:docMk/>
            <pc:sldMk cId="2368813322" sldId="934"/>
            <ac:spMk id="2" creationId="{B38AAC80-8E7B-4FF6-9465-0E09E65D4857}"/>
          </ac:spMkLst>
        </pc:spChg>
        <pc:spChg chg="mod">
          <ac:chgData name="Hainana, Helena" userId="a58133b2-e263-497f-a540-9c147da11375" providerId="ADAL" clId="{4923009A-821D-4917-ADD0-7DB67413FC0C}" dt="2026-03-18T18:27:06.678" v="3560" actId="113"/>
          <ac:spMkLst>
            <pc:docMk/>
            <pc:sldMk cId="2368813322" sldId="934"/>
            <ac:spMk id="16389" creationId="{C5556988-BB29-2F86-606C-AC8A91D526B7}"/>
          </ac:spMkLst>
        </pc:spChg>
        <pc:picChg chg="mod">
          <ac:chgData name="Hainana, Helena" userId="a58133b2-e263-497f-a540-9c147da11375" providerId="ADAL" clId="{4923009A-821D-4917-ADD0-7DB67413FC0C}" dt="2026-03-17T08:56:39.433" v="198" actId="1076"/>
          <ac:picMkLst>
            <pc:docMk/>
            <pc:sldMk cId="2368813322" sldId="934"/>
            <ac:picMk id="8" creationId="{3D310EFA-5A21-92F5-0801-7FF2ECD50899}"/>
          </ac:picMkLst>
        </pc:picChg>
      </pc:sldChg>
      <pc:sldChg chg="modSp add mod">
        <pc:chgData name="Hainana, Helena" userId="a58133b2-e263-497f-a540-9c147da11375" providerId="ADAL" clId="{4923009A-821D-4917-ADD0-7DB67413FC0C}" dt="2026-03-18T18:27:17.540" v="3562" actId="113"/>
        <pc:sldMkLst>
          <pc:docMk/>
          <pc:sldMk cId="2662232045" sldId="935"/>
        </pc:sldMkLst>
        <pc:spChg chg="mod">
          <ac:chgData name="Hainana, Helena" userId="a58133b2-e263-497f-a540-9c147da11375" providerId="ADAL" clId="{4923009A-821D-4917-ADD0-7DB67413FC0C}" dt="2026-03-18T18:27:17.540" v="3562" actId="113"/>
          <ac:spMkLst>
            <pc:docMk/>
            <pc:sldMk cId="2662232045" sldId="935"/>
            <ac:spMk id="16389" creationId="{7916245B-C10B-3EF4-0F0A-C9A182449B7D}"/>
          </ac:spMkLst>
        </pc:spChg>
      </pc:sldChg>
      <pc:sldChg chg="modSp add mod">
        <pc:chgData name="Hainana, Helena" userId="a58133b2-e263-497f-a540-9c147da11375" providerId="ADAL" clId="{4923009A-821D-4917-ADD0-7DB67413FC0C}" dt="2026-03-18T18:27:45.706" v="3570" actId="113"/>
        <pc:sldMkLst>
          <pc:docMk/>
          <pc:sldMk cId="1348272658" sldId="936"/>
        </pc:sldMkLst>
        <pc:spChg chg="mod">
          <ac:chgData name="Hainana, Helena" userId="a58133b2-e263-497f-a540-9c147da11375" providerId="ADAL" clId="{4923009A-821D-4917-ADD0-7DB67413FC0C}" dt="2026-03-18T18:27:45.706" v="3570" actId="113"/>
          <ac:spMkLst>
            <pc:docMk/>
            <pc:sldMk cId="1348272658" sldId="936"/>
            <ac:spMk id="6150" creationId="{CB8A55B2-0E1C-5183-1D8F-CE6C1FFE7889}"/>
          </ac:spMkLst>
        </pc:spChg>
      </pc:sldChg>
      <pc:sldChg chg="delSp modSp add mod">
        <pc:chgData name="Hainana, Helena" userId="a58133b2-e263-497f-a540-9c147da11375" providerId="ADAL" clId="{4923009A-821D-4917-ADD0-7DB67413FC0C}" dt="2026-03-18T18:28:00.699" v="3577" actId="113"/>
        <pc:sldMkLst>
          <pc:docMk/>
          <pc:sldMk cId="3201887531" sldId="937"/>
        </pc:sldMkLst>
        <pc:spChg chg="mod">
          <ac:chgData name="Hainana, Helena" userId="a58133b2-e263-497f-a540-9c147da11375" providerId="ADAL" clId="{4923009A-821D-4917-ADD0-7DB67413FC0C}" dt="2026-03-18T08:40:52.965" v="887"/>
          <ac:spMkLst>
            <pc:docMk/>
            <pc:sldMk cId="3201887531" sldId="937"/>
            <ac:spMk id="3" creationId="{E24FA137-DB42-FA87-8A1E-2A2142C3775D}"/>
          </ac:spMkLst>
        </pc:spChg>
        <pc:spChg chg="mod">
          <ac:chgData name="Hainana, Helena" userId="a58133b2-e263-497f-a540-9c147da11375" providerId="ADAL" clId="{4923009A-821D-4917-ADD0-7DB67413FC0C}" dt="2026-03-18T18:28:00.699" v="3577" actId="113"/>
          <ac:spMkLst>
            <pc:docMk/>
            <pc:sldMk cId="3201887531" sldId="937"/>
            <ac:spMk id="4" creationId="{D2D78DAB-B443-7FE4-6B0E-634600A41BD0}"/>
          </ac:spMkLst>
        </pc:spChg>
        <pc:spChg chg="mod">
          <ac:chgData name="Hainana, Helena" userId="a58133b2-e263-497f-a540-9c147da11375" providerId="ADAL" clId="{4923009A-821D-4917-ADD0-7DB67413FC0C}" dt="2026-03-18T08:41:30.061" v="893" actId="1076"/>
          <ac:spMkLst>
            <pc:docMk/>
            <pc:sldMk cId="3201887531" sldId="937"/>
            <ac:spMk id="9" creationId="{3769FF00-D321-0D43-9795-EF800DDE301D}"/>
          </ac:spMkLst>
        </pc:spChg>
        <pc:picChg chg="del">
          <ac:chgData name="Hainana, Helena" userId="a58133b2-e263-497f-a540-9c147da11375" providerId="ADAL" clId="{4923009A-821D-4917-ADD0-7DB67413FC0C}" dt="2026-03-18T08:40:39.518" v="885" actId="478"/>
          <ac:picMkLst>
            <pc:docMk/>
            <pc:sldMk cId="3201887531" sldId="937"/>
            <ac:picMk id="12" creationId="{2F4E7CE3-5671-B9E5-C3C4-DC9E6C967320}"/>
          </ac:picMkLst>
        </pc:picChg>
        <pc:picChg chg="mod">
          <ac:chgData name="Hainana, Helena" userId="a58133b2-e263-497f-a540-9c147da11375" providerId="ADAL" clId="{4923009A-821D-4917-ADD0-7DB67413FC0C}" dt="2026-03-18T08:40:42.771" v="886" actId="1076"/>
          <ac:picMkLst>
            <pc:docMk/>
            <pc:sldMk cId="3201887531" sldId="937"/>
            <ac:picMk id="14" creationId="{AC1F5ED6-380F-63F9-4C82-F9042208578E}"/>
          </ac:picMkLst>
        </pc:picChg>
      </pc:sldChg>
      <pc:sldChg chg="modSp add del mod">
        <pc:chgData name="Hainana, Helena" userId="a58133b2-e263-497f-a540-9c147da11375" providerId="ADAL" clId="{4923009A-821D-4917-ADD0-7DB67413FC0C}" dt="2026-03-18T10:21:18.533" v="1023" actId="47"/>
        <pc:sldMkLst>
          <pc:docMk/>
          <pc:sldMk cId="4016191938" sldId="938"/>
        </pc:sldMkLst>
        <pc:spChg chg="mod">
          <ac:chgData name="Hainana, Helena" userId="a58133b2-e263-497f-a540-9c147da11375" providerId="ADAL" clId="{4923009A-821D-4917-ADD0-7DB67413FC0C}" dt="2026-03-18T10:21:00.738" v="1022" actId="207"/>
          <ac:spMkLst>
            <pc:docMk/>
            <pc:sldMk cId="4016191938" sldId="938"/>
            <ac:spMk id="7173" creationId="{E678DF21-A888-5CE8-3AE1-E8ADCB16C80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F61FD0-FAF2-4545-8D3A-10FB997685F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DB44EAB-FE29-FA45-963B-6DA8F6A2E717}" type="slidenum">
              <a:rPr lang="en-US" i="0" smtClean="0"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104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ED54-5903-96C9-5356-F8DF9601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EC002F49-94A0-9B98-B22B-B8491C429D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DB44EAB-FE29-FA45-963B-6DA8F6A2E717}" type="slidenum">
              <a:rPr lang="en-US" i="0" smtClean="0">
                <a:latin typeface="Times New Roman" charset="0"/>
              </a:rPr>
              <a:pPr>
                <a:defRPr/>
              </a:pPr>
              <a:t>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B86A49A-BCA9-5EAF-0DC6-FBA783E605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B0187F60-8CE2-E3DC-762F-8FA3C50E6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489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8AA7049-8658-2C4B-A161-18F367F0585E}" type="slidenum">
              <a:rPr lang="en-US" i="0" smtClean="0"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584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DA4B8-35AA-6387-7AD7-55DA5098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EB325CCE-9600-D687-8F4E-FF730B965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8AA7049-8658-2C4B-A161-18F367F0585E}" type="slidenum">
              <a:rPr lang="en-US" i="0" smtClean="0"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49A34BD-1162-C39B-32EE-E02AE76327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D8D05BC4-56FF-F693-0E03-A3D25C306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053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8AA7049-8658-2C4B-A161-18F367F0585E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888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DB44EAB-FE29-FA45-963B-6DA8F6A2E717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B2606F-C1DD-AB42-91E2-4D2AE510B66F}" type="slidenum">
              <a:rPr lang="en-US" i="0" smtClean="0">
                <a:latin typeface="Times New Roman" charset="0"/>
              </a:rPr>
              <a:pPr>
                <a:defRPr/>
              </a:pPr>
              <a:t>14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EFBD828-11F8-6948-B056-D1F77BF7AC02}" type="slidenum">
              <a:rPr lang="en-US" i="0" smtClean="0">
                <a:latin typeface="Times New Roman" charset="0"/>
              </a:rPr>
              <a:pPr>
                <a:defRPr/>
              </a:pPr>
              <a:t>15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049FB4-3255-2941-964B-63DD24C4C301}" type="slidenum">
              <a:rPr lang="en-US" i="0" smtClean="0">
                <a:latin typeface="Times New Roman" charset="0"/>
              </a:rPr>
              <a:pPr>
                <a:defRPr/>
              </a:pPr>
              <a:t>16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049FB4-3255-2941-964B-63DD24C4C301}" type="slidenum">
              <a:rPr lang="en-US" i="0" smtClean="0">
                <a:latin typeface="Times New Roman" charset="0"/>
              </a:rPr>
              <a:pPr>
                <a:defRPr/>
              </a:pPr>
              <a:t>17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930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EB1B82-11B0-7E4D-8D78-B8E843132015}" type="slidenum">
              <a:rPr lang="en-US" i="0" smtClean="0">
                <a:latin typeface="Times New Roman" charset="0"/>
              </a:rPr>
              <a:pPr>
                <a:defRPr/>
              </a:pPr>
              <a:t>18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EB1B82-11B0-7E4D-8D78-B8E843132015}" type="slidenum">
              <a:rPr lang="en-US" i="0" smtClean="0">
                <a:latin typeface="Times New Roman" charset="0"/>
              </a:rPr>
              <a:pPr>
                <a:defRPr/>
              </a:pPr>
              <a:t>19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911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EB1B82-11B0-7E4D-8D78-B8E843132015}" type="slidenum">
              <a:rPr lang="en-US" i="0" smtClean="0">
                <a:latin typeface="Times New Roman" charset="0"/>
              </a:rPr>
              <a:pPr>
                <a:defRPr/>
              </a:pPr>
              <a:t>20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8932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5F772E-C619-AA41-87FA-66524F210512}" type="slidenum">
              <a:rPr lang="en-US" i="0" smtClean="0">
                <a:latin typeface="Times New Roman" charset="0"/>
              </a:rPr>
              <a:pPr>
                <a:defRPr/>
              </a:pPr>
              <a:t>21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A9C1EC7-E903-DF46-A0F2-890A589B5677}" type="slidenum">
              <a:rPr lang="en-US" i="0" smtClean="0">
                <a:latin typeface="Times New Roman" charset="0"/>
              </a:rPr>
              <a:pPr>
                <a:defRPr/>
              </a:pPr>
              <a:t>22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EA52E9-146D-8E49-BEC5-237E611F9B4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099E6-1531-3943-8BFA-88B507B1153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7099E6-1531-3943-8BFA-88B507B1153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550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A9C1EC7-E903-DF46-A0F2-890A589B5677}" type="slidenum">
              <a:rPr lang="en-US" i="0" smtClean="0">
                <a:latin typeface="Times New Roman" charset="0"/>
              </a:rPr>
              <a:pPr>
                <a:defRPr/>
              </a:pPr>
              <a:t>26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282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7F188CC-4460-E043-B180-95C5ACF8D312}" type="slidenum">
              <a:rPr lang="en-US" i="0" smtClean="0">
                <a:latin typeface="Times New Roman" charset="0"/>
              </a:rPr>
              <a:pPr>
                <a:defRPr/>
              </a:pPr>
              <a:t>27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79747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7F188CC-4460-E043-B180-95C5ACF8D312}" type="slidenum">
              <a:rPr lang="en-US" i="0" smtClean="0">
                <a:latin typeface="Times New Roman" charset="0"/>
              </a:rPr>
              <a:pPr>
                <a:defRPr/>
              </a:pPr>
              <a:t>28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99DADF4-4B2E-B644-9BDA-D41F6D2BAA32}" type="slidenum">
              <a:rPr lang="en-US" i="0" smtClean="0">
                <a:latin typeface="Times New Roman" charset="0"/>
              </a:rPr>
              <a:pPr>
                <a:defRPr/>
              </a:pPr>
              <a:t>29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7F188CC-4460-E043-B180-95C5ACF8D312}" type="slidenum">
              <a:rPr lang="en-US" i="0" smtClean="0">
                <a:latin typeface="Times New Roman" charset="0"/>
              </a:rPr>
              <a:pPr>
                <a:defRPr/>
              </a:pPr>
              <a:t>30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757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5DE8D7C-8E55-264E-BB09-7996957FAD63}" type="slidenum">
              <a:rPr lang="en-US" i="0" smtClean="0">
                <a:latin typeface="Times New Roman" charset="0"/>
              </a:rPr>
              <a:pPr>
                <a:defRPr/>
              </a:pPr>
              <a:t>31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023F9-7F73-6F45-8A3B-F6442733AA1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E476F6-027F-C548-B0EB-110C5BD6537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DC36F2B-1838-7D43-A1F0-2700684F567E}" type="slidenum">
              <a:rPr lang="en-US" i="0" smtClean="0">
                <a:latin typeface="Times New Roman" charset="0"/>
              </a:rPr>
              <a:pPr>
                <a:defRPr/>
              </a:pPr>
              <a:t>34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93F18A6-DDE2-554F-A5B0-9BC3DAAE2CDF}" type="slidenum">
              <a:rPr lang="en-US" i="0" smtClean="0">
                <a:latin typeface="Times New Roman" charset="0"/>
              </a:rPr>
              <a:pPr>
                <a:defRPr/>
              </a:pPr>
              <a:t>35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D16E53-AA3A-1B40-8834-C507253CDA79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4494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D16E53-AA3A-1B40-8834-C507253CDA79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8003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D16E53-AA3A-1B40-8834-C507253CDA79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3045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D16E53-AA3A-1B40-8834-C507253CDA79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2234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CCFCE89-56C3-414D-BFB3-B0D9ACE8FC6D}" type="slidenum">
              <a:rPr lang="en-US" i="0" smtClean="0">
                <a:latin typeface="Times New Roman" charset="0"/>
              </a:rPr>
              <a:pPr>
                <a:defRPr/>
              </a:pPr>
              <a:t>40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FBDDC76-7329-B84A-8E56-FF1317E0AB5F}" type="slidenum">
              <a:rPr lang="en-US" i="0" smtClean="0">
                <a:latin typeface="Times New Roman" charset="0"/>
              </a:rPr>
              <a:pPr>
                <a:defRPr/>
              </a:pPr>
              <a:t>41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D16E53-AA3A-1B40-8834-C507253CDA79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9393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43D48F-8711-C346-AC55-69781208CC1B}" type="slidenum">
              <a:rPr lang="en-US" i="0" smtClean="0">
                <a:latin typeface="Times New Roman" charset="0"/>
              </a:rPr>
              <a:pPr>
                <a:defRPr/>
              </a:pPr>
              <a:t>43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3785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BCB891A-1F10-6C4C-8EDC-2A2224A6923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44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gif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2BBD1321-41D0-E047-0FB4-48C7F1F5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9440" y="6486144"/>
            <a:ext cx="2051685" cy="2527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 </a:t>
            </a:r>
            <a:r>
              <a:rPr lang="en-US" altLang="en-US" sz="1200" dirty="0">
                <a:solidFill>
                  <a:srgbClr val="000000"/>
                </a:solidFill>
                <a:latin typeface="Tahoma" panose="020B0604030504040204" pitchFamily="34" charset="0"/>
                <a:cs typeface="Arial"/>
              </a:rPr>
              <a:t>6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t>-</a:t>
            </a:r>
            <a:fld id="{B0695B4E-8EBB-4FE6-9404-3E11182997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8F616C4-F5CE-42FE-DBDF-0957C5C85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28" y="1619713"/>
            <a:ext cx="81788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DATA NETWORKS</a:t>
            </a:r>
          </a:p>
        </p:txBody>
      </p:sp>
      <p:pic>
        <p:nvPicPr>
          <p:cNvPr id="7" name="Picture 6" descr="A blue surface with a white stripe&#10;&#10;Description automatically generated with medium confidence">
            <a:extLst>
              <a:ext uri="{FF2B5EF4-FFF2-40B4-BE49-F238E27FC236}">
                <a16:creationId xmlns:a16="http://schemas.microsoft.com/office/drawing/2014/main" id="{A79A2D5D-B443-3678-0FD6-97B174D01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0"/>
            <a:ext cx="9144000" cy="131315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ACA4BE85-38D7-AC33-5A96-84483722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068" y="309067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LESSON 6</a:t>
            </a:r>
          </a:p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6000" dirty="0">
                <a:solidFill>
                  <a:srgbClr val="000099"/>
                </a:solidFill>
                <a:latin typeface="Gill Sans MT" panose="020B0502020104020203" pitchFamily="34" charset="0"/>
                <a:cs typeface="Arial"/>
              </a:rPr>
              <a:t>Data Link Layer</a:t>
            </a:r>
            <a:endParaRPr kumimoji="0" lang="en-US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panose="020B0502020104020203" pitchFamily="34" charset="0"/>
              <a:ea typeface="MS PGothic" panose="020B0600070205080204" pitchFamily="34" charset="-128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2BBD1321-41D0-E047-0FB4-48C7F1F5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2048" y="6485740"/>
            <a:ext cx="1759077" cy="25319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t> 6-</a:t>
            </a:r>
            <a:fld id="{B0695B4E-8EBB-4FE6-9404-3E11182997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/>
            </a:endParaRPr>
          </a:p>
        </p:txBody>
      </p:sp>
      <p:sp>
        <p:nvSpPr>
          <p:cNvPr id="16389" name="Text Box 6">
            <a:extLst>
              <a:ext uri="{FF2B5EF4-FFF2-40B4-BE49-F238E27FC236}">
                <a16:creationId xmlns:a16="http://schemas.microsoft.com/office/drawing/2014/main" id="{4261D3CF-16C1-8388-DF28-88253863C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0" y="2179152"/>
            <a:ext cx="6759257" cy="3231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Learning outcomes: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dirty="0">
                <a:latin typeface="Gill Sans MT" charset="0"/>
                <a:cs typeface="+mn-cs"/>
              </a:rPr>
              <a:t>U</a:t>
            </a:r>
            <a:r>
              <a:rPr lang="en-US" sz="2400" dirty="0">
                <a:latin typeface="Gill Sans MT" charset="0"/>
                <a:cs typeface="+mn-cs"/>
              </a:rPr>
              <a:t>nderstand principles of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Gill Sans MT" charset="0"/>
                <a:cs typeface="+mn-cs"/>
              </a:rPr>
              <a:t>the Data Link Layer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altLang="en-US" dirty="0">
                <a:latin typeface="Gill Sans MT" charset="0"/>
                <a:cs typeface="+mn-cs"/>
              </a:rPr>
              <a:t>Data Link Layer protocols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n-GB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7A286FD-EB59-B2A5-A826-946ECBE0E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72" y="372260"/>
            <a:ext cx="8699691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Data Link Layer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0B872C5-2A0B-F32A-84DB-E37276F4E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59" y="5650796"/>
            <a:ext cx="7437120" cy="101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Computer Networking: A Top-Down Approach.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7</a:t>
            </a:r>
            <a:r>
              <a:rPr kumimoji="0" lang="en-US" alt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th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 edition. Jim Kurose, Keith Ross – Pearson (2017).</a:t>
            </a:r>
          </a:p>
        </p:txBody>
      </p:sp>
      <p:pic>
        <p:nvPicPr>
          <p:cNvPr id="8" name="Picture 9" descr="underline_base">
            <a:extLst>
              <a:ext uri="{FF2B5EF4-FFF2-40B4-BE49-F238E27FC236}">
                <a16:creationId xmlns:a16="http://schemas.microsoft.com/office/drawing/2014/main" id="{8616C8C0-3C23-8B88-8848-28D23B5FB7E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74637" y="1069331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018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889C8-DCCE-9096-9F1E-623C253F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6">
            <a:extLst>
              <a:ext uri="{FF2B5EF4-FFF2-40B4-BE49-F238E27FC236}">
                <a16:creationId xmlns:a16="http://schemas.microsoft.com/office/drawing/2014/main" id="{C5556988-BB29-2F86-606C-AC8A91D52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24" y="515209"/>
            <a:ext cx="7619809" cy="7556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/>
            <a:endParaRPr lang="en-NA" sz="27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2700" dirty="0"/>
              <a:t> The second Layer of the OSI Model</a:t>
            </a:r>
          </a:p>
          <a:p>
            <a:pPr algn="just"/>
            <a:endParaRPr lang="en-US" sz="2700" dirty="0"/>
          </a:p>
          <a:p>
            <a:pPr algn="just"/>
            <a:r>
              <a:rPr lang="en-US" sz="2700" dirty="0"/>
              <a:t>• Responsible for data transfer between two devices on the same network link (adjacent devices).</a:t>
            </a:r>
          </a:p>
          <a:p>
            <a:pPr algn="just"/>
            <a:endParaRPr lang="en-US" sz="2700" dirty="0"/>
          </a:p>
          <a:p>
            <a:pPr algn="just"/>
            <a:r>
              <a:rPr lang="en-US" sz="2700" dirty="0"/>
              <a:t>• The Data Link Layer provides </a:t>
            </a:r>
            <a:r>
              <a:rPr lang="en-US" sz="2700" i="1" dirty="0"/>
              <a:t>reliable communication </a:t>
            </a:r>
            <a:r>
              <a:rPr lang="en-US" sz="2700" dirty="0"/>
              <a:t>between two directly connected devices over a physical medium. </a:t>
            </a:r>
          </a:p>
          <a:p>
            <a:pPr algn="just"/>
            <a:endParaRPr lang="en-US" sz="27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dirty="0"/>
              <a:t>Uses frames to transmit data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7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700" dirty="0"/>
              <a:t>Uses MAC addresses for device identification on a LAN</a:t>
            </a:r>
            <a:endParaRPr lang="en-US" sz="2700" dirty="0"/>
          </a:p>
          <a:p>
            <a:pPr algn="just"/>
            <a:endParaRPr lang="en-US" sz="2700" dirty="0"/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n-GB" altLang="en-US" sz="27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38AAC80-8E7B-4FF6-9465-0E09E65D4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09" y="-234091"/>
            <a:ext cx="8699691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Data Link Layer</a:t>
            </a:r>
          </a:p>
        </p:txBody>
      </p:sp>
      <p:pic>
        <p:nvPicPr>
          <p:cNvPr id="8" name="Picture 9" descr="underline_base">
            <a:extLst>
              <a:ext uri="{FF2B5EF4-FFF2-40B4-BE49-F238E27FC236}">
                <a16:creationId xmlns:a16="http://schemas.microsoft.com/office/drawing/2014/main" id="{3D310EFA-5A21-92F5-0801-7FF2ECD5089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435834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81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D381-147E-F3C5-42A2-735E7101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6">
            <a:extLst>
              <a:ext uri="{FF2B5EF4-FFF2-40B4-BE49-F238E27FC236}">
                <a16:creationId xmlns:a16="http://schemas.microsoft.com/office/drawing/2014/main" id="{7916245B-C10B-3EF4-0F0A-C9A182449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09" y="848584"/>
            <a:ext cx="7721409" cy="5219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sz="1600" dirty="0"/>
          </a:p>
          <a:p>
            <a:r>
              <a:rPr lang="en-GB" sz="1600" dirty="0"/>
              <a:t>Data Link Layer services: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Framing: </a:t>
            </a:r>
            <a:r>
              <a:rPr lang="en-US" sz="2000" dirty="0"/>
              <a:t>Breaking down the raw bitstream from the physical layer into units called </a:t>
            </a:r>
            <a:r>
              <a:rPr lang="en-US" sz="2000" i="1" dirty="0"/>
              <a:t>frames.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Encapsulation: </a:t>
            </a:r>
            <a:r>
              <a:rPr lang="en-US" sz="2000" dirty="0"/>
              <a:t>Adds header and trailer information needed for delivery and error checking.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Addressing: </a:t>
            </a:r>
            <a:r>
              <a:rPr lang="en-US" sz="2000" dirty="0"/>
              <a:t>Using MAC addresses to ensure data is delivered to the correct device on local network.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Error detection: </a:t>
            </a:r>
            <a:r>
              <a:rPr lang="en-US" sz="2000" dirty="0"/>
              <a:t>Detects transmission errors in frames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Error Correction: </a:t>
            </a:r>
            <a:r>
              <a:rPr lang="en-US" sz="2000" dirty="0"/>
              <a:t>Correct detected error via re-transmission of corrupted frames or after timeout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Flow control: </a:t>
            </a:r>
            <a:r>
              <a:rPr lang="en-US" sz="2000" dirty="0"/>
              <a:t>Manages the rate at which data is transmitted between  2 adjacent devices on a LAN to prevent congestion.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Encoding</a:t>
            </a:r>
            <a:r>
              <a:rPr lang="en-US" sz="2000" dirty="0"/>
              <a:t>: Converting data into signals suitable for transmission (electrical signals, light pulses, radio signals)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n-GB" altLang="en-US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DD8D87C-C6C1-FB94-0AFD-A1CF5F806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09" y="-234091"/>
            <a:ext cx="8699691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Data Link Layer</a:t>
            </a:r>
          </a:p>
        </p:txBody>
      </p:sp>
      <p:pic>
        <p:nvPicPr>
          <p:cNvPr id="8" name="Picture 9" descr="underline_base">
            <a:extLst>
              <a:ext uri="{FF2B5EF4-FFF2-40B4-BE49-F238E27FC236}">
                <a16:creationId xmlns:a16="http://schemas.microsoft.com/office/drawing/2014/main" id="{32E400BB-4690-1845-23F7-092460602B7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152400" y="374096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223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66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81" y="809002"/>
            <a:ext cx="6726846" cy="155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421260" y="28856"/>
            <a:ext cx="8208962" cy="8763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layer: Introduction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1260" y="1130079"/>
            <a:ext cx="4724835" cy="380206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Terminologies: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Any device that is connected to a network and can send, receive, or redistribute data</a:t>
            </a:r>
            <a:r>
              <a:rPr lang="en-US" sz="2400" dirty="0">
                <a:latin typeface="Gill Sans MT" charset="0"/>
                <a:cs typeface="+mn-cs"/>
              </a:rPr>
              <a:t>: </a:t>
            </a:r>
            <a:r>
              <a:rPr lang="en-US" sz="2400" b="1" dirty="0">
                <a:solidFill>
                  <a:srgbClr val="CC0000"/>
                </a:solidFill>
                <a:latin typeface="Gill Sans MT" charset="0"/>
                <a:cs typeface="+mn-cs"/>
              </a:rPr>
              <a:t>nodes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sz="1200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>
              <a:defRPr/>
            </a:pPr>
            <a:r>
              <a:rPr lang="en-US" sz="2400" b="1" dirty="0">
                <a:latin typeface="Gill Sans MT" charset="0"/>
                <a:cs typeface="+mn-cs"/>
              </a:rPr>
              <a:t>Communication channels </a:t>
            </a:r>
            <a:r>
              <a:rPr lang="en-US" sz="2400" dirty="0">
                <a:latin typeface="Gill Sans MT" charset="0"/>
                <a:cs typeface="+mn-cs"/>
              </a:rPr>
              <a:t>that connect adjacent nodes along the communication path: </a:t>
            </a:r>
            <a:r>
              <a:rPr lang="en-US" sz="2400" b="1" dirty="0">
                <a:solidFill>
                  <a:srgbClr val="CC0000"/>
                </a:solidFill>
                <a:latin typeface="Gill Sans MT" charset="0"/>
                <a:cs typeface="+mn-cs"/>
              </a:rPr>
              <a:t>links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Wired links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Wireless links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endParaRPr lang="en-US" sz="1050" b="1" dirty="0">
              <a:solidFill>
                <a:srgbClr val="FF0000"/>
              </a:solidFill>
              <a:latin typeface="Gill Sans MT" charset="0"/>
            </a:endParaRP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Unit of data: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frame</a:t>
            </a:r>
            <a:r>
              <a:rPr lang="en-US" sz="2400" b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endParaRPr lang="en-US" sz="24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sz="2400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103" name="Text Box 467"/>
          <p:cNvSpPr txBox="1">
            <a:spLocks noChangeArrowheads="1"/>
          </p:cNvSpPr>
          <p:nvPr/>
        </p:nvSpPr>
        <p:spPr bwMode="auto">
          <a:xfrm>
            <a:off x="772912" y="5443393"/>
            <a:ext cx="5013617" cy="103412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data-link layer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has the responsibility of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transferring datagrams from one node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physically adjacent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node over a link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6-</a:t>
            </a:r>
            <a:fld id="{8E8C6E93-DF5B-BC4B-80F9-500DED1EEDC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4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Arial" charset="0"/>
              </a:rPr>
              <a:t>Data Link Layer</a:t>
            </a:r>
          </a:p>
        </p:txBody>
      </p:sp>
      <p:sp>
        <p:nvSpPr>
          <p:cNvPr id="537" name="Freeform 415"/>
          <p:cNvSpPr>
            <a:spLocks/>
          </p:cNvSpPr>
          <p:nvPr/>
        </p:nvSpPr>
        <p:spPr bwMode="auto">
          <a:xfrm>
            <a:off x="7004050" y="3527425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38" name="Freeform 416"/>
          <p:cNvSpPr>
            <a:spLocks/>
          </p:cNvSpPr>
          <p:nvPr/>
        </p:nvSpPr>
        <p:spPr bwMode="auto">
          <a:xfrm>
            <a:off x="7023100" y="2017139"/>
            <a:ext cx="1730375" cy="1125538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39" name="Freeform 417"/>
          <p:cNvSpPr>
            <a:spLocks/>
          </p:cNvSpPr>
          <p:nvPr/>
        </p:nvSpPr>
        <p:spPr bwMode="auto">
          <a:xfrm>
            <a:off x="5202238" y="1709738"/>
            <a:ext cx="1736725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40" name="Group 418"/>
          <p:cNvGrpSpPr>
            <a:grpSpLocks/>
          </p:cNvGrpSpPr>
          <p:nvPr/>
        </p:nvGrpSpPr>
        <p:grpSpPr bwMode="auto">
          <a:xfrm>
            <a:off x="5278438" y="2974975"/>
            <a:ext cx="1458912" cy="933450"/>
            <a:chOff x="2889" y="1631"/>
            <a:chExt cx="980" cy="743"/>
          </a:xfrm>
        </p:grpSpPr>
        <p:sp>
          <p:nvSpPr>
            <p:cNvPr id="889" name="Rectangle 41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90" name="AutoShape 42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41" name="Line 421"/>
          <p:cNvSpPr>
            <a:spLocks noChangeShapeType="1"/>
          </p:cNvSpPr>
          <p:nvPr/>
        </p:nvSpPr>
        <p:spPr bwMode="auto">
          <a:xfrm>
            <a:off x="7396163" y="3813175"/>
            <a:ext cx="163512" cy="1206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2" name="Line 422"/>
          <p:cNvSpPr>
            <a:spLocks noChangeShapeType="1"/>
          </p:cNvSpPr>
          <p:nvPr/>
        </p:nvSpPr>
        <p:spPr bwMode="auto">
          <a:xfrm>
            <a:off x="7493000" y="3733800"/>
            <a:ext cx="2794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3" name="Line 423"/>
          <p:cNvSpPr>
            <a:spLocks noChangeShapeType="1"/>
          </p:cNvSpPr>
          <p:nvPr/>
        </p:nvSpPr>
        <p:spPr bwMode="auto">
          <a:xfrm flipV="1">
            <a:off x="7729538" y="3819525"/>
            <a:ext cx="134937" cy="1047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4" name="Line 424"/>
          <p:cNvSpPr>
            <a:spLocks noChangeShapeType="1"/>
          </p:cNvSpPr>
          <p:nvPr/>
        </p:nvSpPr>
        <p:spPr bwMode="auto">
          <a:xfrm>
            <a:off x="6427788" y="3740150"/>
            <a:ext cx="6794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5" name="Line 425"/>
          <p:cNvSpPr>
            <a:spLocks noChangeShapeType="1"/>
          </p:cNvSpPr>
          <p:nvPr/>
        </p:nvSpPr>
        <p:spPr bwMode="auto">
          <a:xfrm>
            <a:off x="6723063" y="2587625"/>
            <a:ext cx="509587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6" name="Freeform 427"/>
          <p:cNvSpPr>
            <a:spLocks/>
          </p:cNvSpPr>
          <p:nvPr/>
        </p:nvSpPr>
        <p:spPr bwMode="auto">
          <a:xfrm>
            <a:off x="5497513" y="4378325"/>
            <a:ext cx="3079750" cy="1665288"/>
          </a:xfrm>
          <a:custGeom>
            <a:avLst/>
            <a:gdLst>
              <a:gd name="T0" fmla="*/ 2147483647 w 1940"/>
              <a:gd name="T1" fmla="*/ 2147483647 h 1049"/>
              <a:gd name="T2" fmla="*/ 2147483647 w 1940"/>
              <a:gd name="T3" fmla="*/ 2147483647 h 1049"/>
              <a:gd name="T4" fmla="*/ 2147483647 w 1940"/>
              <a:gd name="T5" fmla="*/ 2147483647 h 1049"/>
              <a:gd name="T6" fmla="*/ 2147483647 w 1940"/>
              <a:gd name="T7" fmla="*/ 2147483647 h 1049"/>
              <a:gd name="T8" fmla="*/ 2147483647 w 1940"/>
              <a:gd name="T9" fmla="*/ 2147483647 h 1049"/>
              <a:gd name="T10" fmla="*/ 2147483647 w 1940"/>
              <a:gd name="T11" fmla="*/ 2147483647 h 1049"/>
              <a:gd name="T12" fmla="*/ 2147483647 w 1940"/>
              <a:gd name="T13" fmla="*/ 2147483647 h 1049"/>
              <a:gd name="T14" fmla="*/ 2147483647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2147483647 h 1049"/>
              <a:gd name="T24" fmla="*/ 2147483647 w 1940"/>
              <a:gd name="T25" fmla="*/ 2147483647 h 1049"/>
              <a:gd name="T26" fmla="*/ 2147483647 w 1940"/>
              <a:gd name="T27" fmla="*/ 2147483647 h 1049"/>
              <a:gd name="T28" fmla="*/ 2147483647 w 1940"/>
              <a:gd name="T29" fmla="*/ 2147483647 h 1049"/>
              <a:gd name="T30" fmla="*/ 2147483647 w 1940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7" name="Line 428"/>
          <p:cNvSpPr>
            <a:spLocks noChangeShapeType="1"/>
          </p:cNvSpPr>
          <p:nvPr/>
        </p:nvSpPr>
        <p:spPr bwMode="auto">
          <a:xfrm rot="16200000">
            <a:off x="7845425" y="5159376"/>
            <a:ext cx="523875" cy="1397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8" name="Line 429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9" name="Line 430"/>
          <p:cNvSpPr>
            <a:spLocks noChangeShapeType="1"/>
          </p:cNvSpPr>
          <p:nvPr/>
        </p:nvSpPr>
        <p:spPr bwMode="auto">
          <a:xfrm rot="16200000" flipH="1">
            <a:off x="8207749" y="5085976"/>
            <a:ext cx="8249" cy="18362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0" name="Line 431"/>
          <p:cNvSpPr>
            <a:spLocks noChangeShapeType="1"/>
          </p:cNvSpPr>
          <p:nvPr/>
        </p:nvSpPr>
        <p:spPr bwMode="auto">
          <a:xfrm>
            <a:off x="7358063" y="4697413"/>
            <a:ext cx="390525" cy="1841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1" name="Line 432"/>
          <p:cNvSpPr>
            <a:spLocks noChangeShapeType="1"/>
          </p:cNvSpPr>
          <p:nvPr/>
        </p:nvSpPr>
        <p:spPr bwMode="auto">
          <a:xfrm flipV="1">
            <a:off x="6737350" y="4684713"/>
            <a:ext cx="322263" cy="19843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2" name="Line 433"/>
          <p:cNvSpPr>
            <a:spLocks noChangeShapeType="1"/>
          </p:cNvSpPr>
          <p:nvPr/>
        </p:nvSpPr>
        <p:spPr bwMode="auto">
          <a:xfrm flipV="1">
            <a:off x="6780213" y="4976813"/>
            <a:ext cx="9715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3" name="Line 435"/>
          <p:cNvSpPr>
            <a:spLocks noChangeShapeType="1"/>
          </p:cNvSpPr>
          <p:nvPr/>
        </p:nvSpPr>
        <p:spPr bwMode="auto">
          <a:xfrm>
            <a:off x="6100763" y="4773613"/>
            <a:ext cx="263525" cy="857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4" name="Line 436"/>
          <p:cNvSpPr>
            <a:spLocks noChangeShapeType="1"/>
          </p:cNvSpPr>
          <p:nvPr/>
        </p:nvSpPr>
        <p:spPr bwMode="auto">
          <a:xfrm flipV="1">
            <a:off x="5841999" y="4952398"/>
            <a:ext cx="548981" cy="15776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5" name="Line 439"/>
          <p:cNvSpPr>
            <a:spLocks noChangeShapeType="1"/>
          </p:cNvSpPr>
          <p:nvPr/>
        </p:nvSpPr>
        <p:spPr bwMode="auto">
          <a:xfrm flipH="1">
            <a:off x="6278768" y="5070474"/>
            <a:ext cx="131556" cy="24404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6" name="Line 440"/>
          <p:cNvSpPr>
            <a:spLocks noChangeShapeType="1"/>
          </p:cNvSpPr>
          <p:nvPr/>
        </p:nvSpPr>
        <p:spPr bwMode="auto">
          <a:xfrm flipH="1" flipV="1">
            <a:off x="6595002" y="5008500"/>
            <a:ext cx="67735" cy="261999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7" name="Line 441"/>
          <p:cNvSpPr>
            <a:spLocks noChangeShapeType="1"/>
          </p:cNvSpPr>
          <p:nvPr/>
        </p:nvSpPr>
        <p:spPr bwMode="auto">
          <a:xfrm>
            <a:off x="6691914" y="5003401"/>
            <a:ext cx="555024" cy="31948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8" name="Line 443"/>
          <p:cNvSpPr>
            <a:spLocks noChangeShapeType="1"/>
          </p:cNvSpPr>
          <p:nvPr/>
        </p:nvSpPr>
        <p:spPr bwMode="auto">
          <a:xfrm>
            <a:off x="6281738" y="3522663"/>
            <a:ext cx="0" cy="1317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9" name="Line 444"/>
          <p:cNvSpPr>
            <a:spLocks noChangeShapeType="1"/>
          </p:cNvSpPr>
          <p:nvPr/>
        </p:nvSpPr>
        <p:spPr bwMode="auto">
          <a:xfrm flipV="1">
            <a:off x="7577138" y="2492375"/>
            <a:ext cx="123825" cy="87313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0" name="Line 445"/>
          <p:cNvSpPr>
            <a:spLocks noChangeShapeType="1"/>
          </p:cNvSpPr>
          <p:nvPr/>
        </p:nvSpPr>
        <p:spPr bwMode="auto">
          <a:xfrm>
            <a:off x="7405688" y="2675613"/>
            <a:ext cx="0" cy="825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1" name="Line 446"/>
          <p:cNvSpPr>
            <a:spLocks noChangeShapeType="1"/>
          </p:cNvSpPr>
          <p:nvPr/>
        </p:nvSpPr>
        <p:spPr bwMode="auto">
          <a:xfrm flipV="1">
            <a:off x="7577138" y="2562225"/>
            <a:ext cx="263525" cy="2889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2" name="Line 447"/>
          <p:cNvSpPr>
            <a:spLocks noChangeShapeType="1"/>
          </p:cNvSpPr>
          <p:nvPr/>
        </p:nvSpPr>
        <p:spPr bwMode="auto">
          <a:xfrm>
            <a:off x="7942263" y="2560638"/>
            <a:ext cx="0" cy="196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3" name="Line 448"/>
          <p:cNvSpPr>
            <a:spLocks noChangeShapeType="1"/>
          </p:cNvSpPr>
          <p:nvPr/>
        </p:nvSpPr>
        <p:spPr bwMode="auto">
          <a:xfrm>
            <a:off x="7596188" y="2867025"/>
            <a:ext cx="188912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4" name="Line 449"/>
          <p:cNvSpPr>
            <a:spLocks noChangeShapeType="1"/>
          </p:cNvSpPr>
          <p:nvPr/>
        </p:nvSpPr>
        <p:spPr bwMode="auto">
          <a:xfrm flipV="1">
            <a:off x="5891213" y="3733800"/>
            <a:ext cx="168275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5" name="Line 450"/>
          <p:cNvSpPr>
            <a:spLocks noChangeShapeType="1"/>
          </p:cNvSpPr>
          <p:nvPr/>
        </p:nvSpPr>
        <p:spPr bwMode="auto">
          <a:xfrm>
            <a:off x="8150225" y="2857500"/>
            <a:ext cx="1778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6" name="Line 451"/>
          <p:cNvSpPr>
            <a:spLocks noChangeShapeType="1"/>
          </p:cNvSpPr>
          <p:nvPr/>
        </p:nvSpPr>
        <p:spPr bwMode="auto">
          <a:xfrm flipH="1">
            <a:off x="7296150" y="2933700"/>
            <a:ext cx="98425" cy="704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7" name="Line 452"/>
          <p:cNvSpPr>
            <a:spLocks noChangeShapeType="1"/>
          </p:cNvSpPr>
          <p:nvPr/>
        </p:nvSpPr>
        <p:spPr bwMode="auto">
          <a:xfrm flipH="1">
            <a:off x="7888288" y="2933700"/>
            <a:ext cx="111125" cy="7270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8" name="Line 541"/>
          <p:cNvSpPr>
            <a:spLocks noChangeShapeType="1"/>
          </p:cNvSpPr>
          <p:nvPr/>
        </p:nvSpPr>
        <p:spPr bwMode="auto">
          <a:xfrm flipV="1">
            <a:off x="7272338" y="4075113"/>
            <a:ext cx="227012" cy="4365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69" name="Group 590"/>
          <p:cNvGrpSpPr>
            <a:grpSpLocks/>
          </p:cNvGrpSpPr>
          <p:nvPr/>
        </p:nvGrpSpPr>
        <p:grpSpPr bwMode="auto">
          <a:xfrm flipH="1">
            <a:off x="5775325" y="4533900"/>
            <a:ext cx="414337" cy="373063"/>
            <a:chOff x="2839" y="3501"/>
            <a:chExt cx="755" cy="803"/>
          </a:xfrm>
        </p:grpSpPr>
        <p:pic>
          <p:nvPicPr>
            <p:cNvPr id="887" name="Picture 591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8" name="Freeform 59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70" name="Group 593"/>
          <p:cNvGrpSpPr>
            <a:grpSpLocks/>
          </p:cNvGrpSpPr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885" name="Picture 594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6" name="Freeform 595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71" name="Group 596"/>
          <p:cNvGrpSpPr>
            <a:grpSpLocks/>
          </p:cNvGrpSpPr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883" name="Picture 597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4" name="Freeform 59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72" name="Group 599"/>
          <p:cNvGrpSpPr>
            <a:grpSpLocks/>
          </p:cNvGrpSpPr>
          <p:nvPr/>
        </p:nvGrpSpPr>
        <p:grpSpPr bwMode="auto">
          <a:xfrm>
            <a:off x="6550025" y="5238750"/>
            <a:ext cx="427037" cy="350838"/>
            <a:chOff x="2839" y="3501"/>
            <a:chExt cx="755" cy="803"/>
          </a:xfrm>
        </p:grpSpPr>
        <p:pic>
          <p:nvPicPr>
            <p:cNvPr id="881" name="Picture 600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2" name="Freeform 6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573" name="Picture 603" descr="car_icon_small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15" y="1803458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4" name="Group 652"/>
          <p:cNvGrpSpPr>
            <a:grpSpLocks/>
          </p:cNvGrpSpPr>
          <p:nvPr/>
        </p:nvGrpSpPr>
        <p:grpSpPr bwMode="auto">
          <a:xfrm>
            <a:off x="5613400" y="1546225"/>
            <a:ext cx="415925" cy="385763"/>
            <a:chOff x="2751" y="1851"/>
            <a:chExt cx="462" cy="478"/>
          </a:xfrm>
        </p:grpSpPr>
        <p:pic>
          <p:nvPicPr>
            <p:cNvPr id="879" name="Picture 653" descr="iphone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0" name="Picture 654" descr="antenna_radiation_stylized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9" name="Line 693"/>
          <p:cNvSpPr>
            <a:spLocks noChangeShapeType="1"/>
          </p:cNvSpPr>
          <p:nvPr/>
        </p:nvSpPr>
        <p:spPr bwMode="auto">
          <a:xfrm>
            <a:off x="8345488" y="2855912"/>
            <a:ext cx="305034" cy="259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88" name="Group 776"/>
          <p:cNvGrpSpPr>
            <a:grpSpLocks/>
          </p:cNvGrpSpPr>
          <p:nvPr/>
        </p:nvGrpSpPr>
        <p:grpSpPr bwMode="auto">
          <a:xfrm>
            <a:off x="5611813" y="3500438"/>
            <a:ext cx="506412" cy="352425"/>
            <a:chOff x="2967" y="478"/>
            <a:chExt cx="788" cy="625"/>
          </a:xfrm>
        </p:grpSpPr>
        <p:pic>
          <p:nvPicPr>
            <p:cNvPr id="781" name="Picture 777" descr="access_point_stylized_small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2" name="Picture 778" descr="antenna_radiation_stylized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9" name="Group 779"/>
          <p:cNvGrpSpPr>
            <a:grpSpLocks/>
          </p:cNvGrpSpPr>
          <p:nvPr/>
        </p:nvGrpSpPr>
        <p:grpSpPr bwMode="auto">
          <a:xfrm>
            <a:off x="7132638" y="5003800"/>
            <a:ext cx="563562" cy="420688"/>
            <a:chOff x="2967" y="478"/>
            <a:chExt cx="788" cy="625"/>
          </a:xfrm>
        </p:grpSpPr>
        <p:pic>
          <p:nvPicPr>
            <p:cNvPr id="779" name="Picture 780" descr="access_point_stylized_small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0" name="Picture 781" descr="antenna_radiation_stylized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0" name="Group 523"/>
          <p:cNvGrpSpPr>
            <a:grpSpLocks/>
          </p:cNvGrpSpPr>
          <p:nvPr/>
        </p:nvGrpSpPr>
        <p:grpSpPr bwMode="auto">
          <a:xfrm>
            <a:off x="5890114" y="1844675"/>
            <a:ext cx="457200" cy="733152"/>
            <a:chOff x="6061075" y="1844675"/>
            <a:chExt cx="457200" cy="733152"/>
          </a:xfrm>
        </p:grpSpPr>
        <p:sp>
          <p:nvSpPr>
            <p:cNvPr id="759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227964" cy="17435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60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761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76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pic>
            <p:nvPicPr>
              <p:cNvPr id="76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3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91" name="Group 950"/>
          <p:cNvGrpSpPr>
            <a:grpSpLocks/>
          </p:cNvGrpSpPr>
          <p:nvPr/>
        </p:nvGrpSpPr>
        <p:grpSpPr bwMode="auto">
          <a:xfrm>
            <a:off x="8240713" y="5002213"/>
            <a:ext cx="227012" cy="481013"/>
            <a:chOff x="4140" y="429"/>
            <a:chExt cx="1425" cy="2396"/>
          </a:xfrm>
        </p:grpSpPr>
        <p:sp>
          <p:nvSpPr>
            <p:cNvPr id="727" name="Freeform 95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8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9" name="Freeform 95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0" name="Freeform 95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1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32" name="Group 95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7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8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33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34" name="Group 96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5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6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35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6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37" name="Group 96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3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4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38" name="Freeform 96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39" name="Group 96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51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2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40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1" name="Freeform 97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2" name="Freeform 97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3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4" name="Freeform 97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5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6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7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8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9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50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92" name="Group 983"/>
          <p:cNvGrpSpPr>
            <a:grpSpLocks/>
          </p:cNvGrpSpPr>
          <p:nvPr/>
        </p:nvGrpSpPr>
        <p:grpSpPr bwMode="auto">
          <a:xfrm>
            <a:off x="7924800" y="5303838"/>
            <a:ext cx="227012" cy="481013"/>
            <a:chOff x="4140" y="429"/>
            <a:chExt cx="1425" cy="2396"/>
          </a:xfrm>
        </p:grpSpPr>
        <p:sp>
          <p:nvSpPr>
            <p:cNvPr id="695" name="Freeform 98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6" name="Rectangle 98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7" name="Freeform 98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8" name="Freeform 98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9" name="Rectangle 988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00" name="Group 98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5" name="AutoShape 99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6" name="AutoShape 991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01" name="Rectangle 992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02" name="Group 99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3" name="AutoShape 994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4" name="AutoShape 995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03" name="Rectangle 996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4" name="Rectangle 997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05" name="Group 99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1" name="AutoShape 999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2" name="AutoShape 1000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06" name="Freeform 100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07" name="Group 100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9" name="AutoShape 1003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0" name="AutoShape 1004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08" name="Rectangle 1005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9" name="Freeform 100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0" name="Freeform 100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1" name="Oval 1008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2" name="Freeform 100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3" name="AutoShape 1010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4" name="AutoShape 1011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5" name="Oval 1012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6" name="Oval 1013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7" name="Oval 1014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8" name="Rectangle 1015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593" name="Picture 1017" descr="antenna_stylized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2043113"/>
            <a:ext cx="530702" cy="224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" name="Picture 1018" descr="laptop_keyboard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327957" y="2291590"/>
            <a:ext cx="437221" cy="15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5" name="Freeform 1019"/>
          <p:cNvSpPr>
            <a:spLocks/>
          </p:cNvSpPr>
          <p:nvPr/>
        </p:nvSpPr>
        <p:spPr bwMode="auto">
          <a:xfrm>
            <a:off x="5472854" y="2136804"/>
            <a:ext cx="351919" cy="208167"/>
          </a:xfrm>
          <a:custGeom>
            <a:avLst/>
            <a:gdLst>
              <a:gd name="T0" fmla="*/ 6573757 w 2982"/>
              <a:gd name="T1" fmla="*/ 0 h 2442"/>
              <a:gd name="T2" fmla="*/ 0 w 2982"/>
              <a:gd name="T3" fmla="*/ 2477886 h 2442"/>
              <a:gd name="T4" fmla="*/ 26294911 w 2982"/>
              <a:gd name="T5" fmla="*/ 3095568 h 2442"/>
              <a:gd name="T6" fmla="*/ 32868668 w 2982"/>
              <a:gd name="T7" fmla="*/ 617681 h 2442"/>
              <a:gd name="T8" fmla="*/ 657375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596" name="Picture 1020" descr="screen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87" y="2142158"/>
            <a:ext cx="319785" cy="18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7" name="Freeform 1021"/>
          <p:cNvSpPr>
            <a:spLocks/>
          </p:cNvSpPr>
          <p:nvPr/>
        </p:nvSpPr>
        <p:spPr bwMode="auto">
          <a:xfrm>
            <a:off x="5536928" y="2130663"/>
            <a:ext cx="298167" cy="38736"/>
          </a:xfrm>
          <a:custGeom>
            <a:avLst/>
            <a:gdLst>
              <a:gd name="T0" fmla="*/ 1641570 w 2528"/>
              <a:gd name="T1" fmla="*/ 0 h 455"/>
              <a:gd name="T2" fmla="*/ 27891942 w 2528"/>
              <a:gd name="T3" fmla="*/ 616030 h 455"/>
              <a:gd name="T4" fmla="*/ 26250491 w 2528"/>
              <a:gd name="T5" fmla="*/ 616030 h 455"/>
              <a:gd name="T6" fmla="*/ 0 w 2528"/>
              <a:gd name="T7" fmla="*/ 616030 h 455"/>
              <a:gd name="T8" fmla="*/ 1641570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8" name="Freeform 1022"/>
          <p:cNvSpPr>
            <a:spLocks/>
          </p:cNvSpPr>
          <p:nvPr/>
        </p:nvSpPr>
        <p:spPr bwMode="auto">
          <a:xfrm>
            <a:off x="5469738" y="2130348"/>
            <a:ext cx="82770" cy="161243"/>
          </a:xfrm>
          <a:custGeom>
            <a:avLst/>
            <a:gdLst>
              <a:gd name="T0" fmla="*/ 6561704 w 702"/>
              <a:gd name="T1" fmla="*/ 0 h 1893"/>
              <a:gd name="T2" fmla="*/ 0 w 702"/>
              <a:gd name="T3" fmla="*/ 2474096 h 1893"/>
              <a:gd name="T4" fmla="*/ 1640426 w 702"/>
              <a:gd name="T5" fmla="*/ 2474096 h 1893"/>
              <a:gd name="T6" fmla="*/ 8202130 w 702"/>
              <a:gd name="T7" fmla="*/ 616693 h 1893"/>
              <a:gd name="T8" fmla="*/ 6561704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9" name="Freeform 1023"/>
          <p:cNvSpPr>
            <a:spLocks/>
          </p:cNvSpPr>
          <p:nvPr/>
        </p:nvSpPr>
        <p:spPr bwMode="auto">
          <a:xfrm>
            <a:off x="5743755" y="2159164"/>
            <a:ext cx="89197" cy="186122"/>
          </a:xfrm>
          <a:custGeom>
            <a:avLst/>
            <a:gdLst>
              <a:gd name="T0" fmla="*/ 8213085 w 756"/>
              <a:gd name="T1" fmla="*/ 0 h 2184"/>
              <a:gd name="T2" fmla="*/ 1642593 w 756"/>
              <a:gd name="T3" fmla="*/ 3093852 h 2184"/>
              <a:gd name="T4" fmla="*/ 0 w 756"/>
              <a:gd name="T5" fmla="*/ 3093852 h 2184"/>
              <a:gd name="T6" fmla="*/ 6570492 w 756"/>
              <a:gd name="T7" fmla="*/ 617339 h 2184"/>
              <a:gd name="T8" fmla="*/ 8213085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0" name="Freeform 1024"/>
          <p:cNvSpPr>
            <a:spLocks/>
          </p:cNvSpPr>
          <p:nvPr/>
        </p:nvSpPr>
        <p:spPr bwMode="auto">
          <a:xfrm>
            <a:off x="5468764" y="2283402"/>
            <a:ext cx="327185" cy="62828"/>
          </a:xfrm>
          <a:custGeom>
            <a:avLst/>
            <a:gdLst>
              <a:gd name="T0" fmla="*/ 1642768 w 2773"/>
              <a:gd name="T1" fmla="*/ 0 h 738"/>
              <a:gd name="T2" fmla="*/ 0 w 2773"/>
              <a:gd name="T3" fmla="*/ 616021 h 738"/>
              <a:gd name="T4" fmla="*/ 26283822 w 2773"/>
              <a:gd name="T5" fmla="*/ 1232127 h 738"/>
              <a:gd name="T6" fmla="*/ 26283822 w 2773"/>
              <a:gd name="T7" fmla="*/ 616021 h 738"/>
              <a:gd name="T8" fmla="*/ 164276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1" name="Freeform 1025"/>
          <p:cNvSpPr>
            <a:spLocks/>
          </p:cNvSpPr>
          <p:nvPr/>
        </p:nvSpPr>
        <p:spPr bwMode="auto">
          <a:xfrm>
            <a:off x="5753688" y="2160738"/>
            <a:ext cx="83549" cy="186909"/>
          </a:xfrm>
          <a:custGeom>
            <a:avLst/>
            <a:gdLst>
              <a:gd name="T0" fmla="*/ 27077483 w 637"/>
              <a:gd name="T1" fmla="*/ 0 h 1659"/>
              <a:gd name="T2" fmla="*/ 27077483 w 637"/>
              <a:gd name="T3" fmla="*/ 0 h 1659"/>
              <a:gd name="T4" fmla="*/ 2253593 w 637"/>
              <a:gd name="T5" fmla="*/ 84370993 h 1659"/>
              <a:gd name="T6" fmla="*/ 0 w 637"/>
              <a:gd name="T7" fmla="*/ 81515082 h 1659"/>
              <a:gd name="T8" fmla="*/ 27077483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2" name="Freeform 1026"/>
          <p:cNvSpPr>
            <a:spLocks/>
          </p:cNvSpPr>
          <p:nvPr/>
        </p:nvSpPr>
        <p:spPr bwMode="auto">
          <a:xfrm>
            <a:off x="5469153" y="2291748"/>
            <a:ext cx="290961" cy="62041"/>
          </a:xfrm>
          <a:custGeom>
            <a:avLst/>
            <a:gdLst>
              <a:gd name="T0" fmla="*/ 0 w 2216"/>
              <a:gd name="T1" fmla="*/ 0 h 550"/>
              <a:gd name="T2" fmla="*/ 2258362 w 2216"/>
              <a:gd name="T3" fmla="*/ 2875657 h 550"/>
              <a:gd name="T4" fmla="*/ 95077021 w 2216"/>
              <a:gd name="T5" fmla="*/ 28705919 h 550"/>
              <a:gd name="T6" fmla="*/ 95077021 w 2216"/>
              <a:gd name="T7" fmla="*/ 24405125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03" name="Group 1027"/>
          <p:cNvGrpSpPr>
            <a:grpSpLocks/>
          </p:cNvGrpSpPr>
          <p:nvPr/>
        </p:nvGrpSpPr>
        <p:grpSpPr bwMode="auto">
          <a:xfrm>
            <a:off x="5464285" y="2358040"/>
            <a:ext cx="98740" cy="36846"/>
            <a:chOff x="1740" y="2642"/>
            <a:chExt cx="752" cy="327"/>
          </a:xfrm>
        </p:grpSpPr>
        <p:sp>
          <p:nvSpPr>
            <p:cNvPr id="689" name="Freeform 1028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0" name="Freeform 1029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1" name="Freeform 1030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2" name="Freeform 1031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3" name="Freeform 1032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4" name="Freeform 1033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04" name="Freeform 1034"/>
          <p:cNvSpPr>
            <a:spLocks/>
          </p:cNvSpPr>
          <p:nvPr/>
        </p:nvSpPr>
        <p:spPr bwMode="auto">
          <a:xfrm>
            <a:off x="5633330" y="2363551"/>
            <a:ext cx="119578" cy="80936"/>
          </a:xfrm>
          <a:custGeom>
            <a:avLst/>
            <a:gdLst>
              <a:gd name="T0" fmla="*/ 1765285 w 990"/>
              <a:gd name="T1" fmla="*/ 10672924 h 792"/>
              <a:gd name="T2" fmla="*/ 15858459 w 990"/>
              <a:gd name="T3" fmla="*/ 0 h 792"/>
              <a:gd name="T4" fmla="*/ 15858459 w 990"/>
              <a:gd name="T5" fmla="*/ 1065249 h 792"/>
              <a:gd name="T6" fmla="*/ 0 w 990"/>
              <a:gd name="T7" fmla="*/ 10672924 h 792"/>
              <a:gd name="T8" fmla="*/ 1765285 w 990"/>
              <a:gd name="T9" fmla="*/ 10672924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5" name="Freeform 1035"/>
          <p:cNvSpPr>
            <a:spLocks/>
          </p:cNvSpPr>
          <p:nvPr/>
        </p:nvSpPr>
        <p:spPr bwMode="auto">
          <a:xfrm>
            <a:off x="5328152" y="2370007"/>
            <a:ext cx="305957" cy="73850"/>
          </a:xfrm>
          <a:custGeom>
            <a:avLst/>
            <a:gdLst>
              <a:gd name="T0" fmla="*/ 1766745 w 2532"/>
              <a:gd name="T1" fmla="*/ 0 h 723"/>
              <a:gd name="T2" fmla="*/ 1766745 w 2532"/>
              <a:gd name="T3" fmla="*/ 0 h 723"/>
              <a:gd name="T4" fmla="*/ 38810380 w 2532"/>
              <a:gd name="T5" fmla="*/ 9588243 h 723"/>
              <a:gd name="T6" fmla="*/ 38810380 w 2532"/>
              <a:gd name="T7" fmla="*/ 10652479 h 723"/>
              <a:gd name="T8" fmla="*/ 0 w 2532"/>
              <a:gd name="T9" fmla="*/ 1064237 h 723"/>
              <a:gd name="T10" fmla="*/ 176674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6" name="Freeform 1036"/>
          <p:cNvSpPr>
            <a:spLocks/>
          </p:cNvSpPr>
          <p:nvPr/>
        </p:nvSpPr>
        <p:spPr bwMode="auto">
          <a:xfrm>
            <a:off x="5328347" y="2356465"/>
            <a:ext cx="3311" cy="14959"/>
          </a:xfrm>
          <a:custGeom>
            <a:avLst/>
            <a:gdLst>
              <a:gd name="T0" fmla="*/ 2059569 w 26"/>
              <a:gd name="T1" fmla="*/ 1056289 h 147"/>
              <a:gd name="T2" fmla="*/ 2059569 w 26"/>
              <a:gd name="T3" fmla="*/ 2112475 h 147"/>
              <a:gd name="T4" fmla="*/ 0 w 26"/>
              <a:gd name="T5" fmla="*/ 2112475 h 147"/>
              <a:gd name="T6" fmla="*/ 2059569 w 26"/>
              <a:gd name="T7" fmla="*/ 0 h 147"/>
              <a:gd name="T8" fmla="*/ 2059569 w 26"/>
              <a:gd name="T9" fmla="*/ 1056289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7" name="Freeform 1037"/>
          <p:cNvSpPr>
            <a:spLocks/>
          </p:cNvSpPr>
          <p:nvPr/>
        </p:nvSpPr>
        <p:spPr bwMode="auto">
          <a:xfrm>
            <a:off x="5328542" y="2295527"/>
            <a:ext cx="142170" cy="61883"/>
          </a:xfrm>
          <a:custGeom>
            <a:avLst/>
            <a:gdLst>
              <a:gd name="T0" fmla="*/ 17669579 w 1176"/>
              <a:gd name="T1" fmla="*/ 0 h 606"/>
              <a:gd name="T2" fmla="*/ 0 w 1176"/>
              <a:gd name="T3" fmla="*/ 8519635 h 606"/>
              <a:gd name="T4" fmla="*/ 1768421 w 1176"/>
              <a:gd name="T5" fmla="*/ 8519635 h 606"/>
              <a:gd name="T6" fmla="*/ 17669579 w 1176"/>
              <a:gd name="T7" fmla="*/ 1063652 h 606"/>
              <a:gd name="T8" fmla="*/ 17669579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8" name="Freeform 1038"/>
          <p:cNvSpPr>
            <a:spLocks/>
          </p:cNvSpPr>
          <p:nvPr/>
        </p:nvSpPr>
        <p:spPr bwMode="auto">
          <a:xfrm>
            <a:off x="5338085" y="2359615"/>
            <a:ext cx="290182" cy="71016"/>
          </a:xfrm>
          <a:custGeom>
            <a:avLst/>
            <a:gdLst>
              <a:gd name="T0" fmla="*/ 1510505 w 2532"/>
              <a:gd name="T1" fmla="*/ 0 h 723"/>
              <a:gd name="T2" fmla="*/ 1510505 w 2532"/>
              <a:gd name="T3" fmla="*/ 0 h 723"/>
              <a:gd name="T4" fmla="*/ 18059933 w 2532"/>
              <a:gd name="T5" fmla="*/ 5682655 h 723"/>
              <a:gd name="T6" fmla="*/ 18059933 w 2532"/>
              <a:gd name="T7" fmla="*/ 5682655 h 723"/>
              <a:gd name="T8" fmla="*/ 0 w 2532"/>
              <a:gd name="T9" fmla="*/ 945505 h 723"/>
              <a:gd name="T10" fmla="*/ 151050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09" name="Freeform 1039"/>
          <p:cNvSpPr>
            <a:spLocks/>
          </p:cNvSpPr>
          <p:nvPr/>
        </p:nvSpPr>
        <p:spPr bwMode="auto">
          <a:xfrm flipV="1">
            <a:off x="5627877" y="2354576"/>
            <a:ext cx="118410" cy="73535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465267 h 723"/>
              <a:gd name="T6" fmla="*/ 0 w 2532"/>
              <a:gd name="T7" fmla="*/ 9465267 h 723"/>
              <a:gd name="T8" fmla="*/ 0 w 2532"/>
              <a:gd name="T9" fmla="*/ 1055120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10" name="Group 1064"/>
          <p:cNvGrpSpPr>
            <a:grpSpLocks/>
          </p:cNvGrpSpPr>
          <p:nvPr/>
        </p:nvGrpSpPr>
        <p:grpSpPr bwMode="auto">
          <a:xfrm>
            <a:off x="6872288" y="5486400"/>
            <a:ext cx="474662" cy="407988"/>
            <a:chOff x="877" y="1008"/>
            <a:chExt cx="2747" cy="2591"/>
          </a:xfrm>
        </p:grpSpPr>
        <p:pic>
          <p:nvPicPr>
            <p:cNvPr id="666" name="Picture 106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" name="Picture 1066" descr="laptop_keyboard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8" name="Freeform 106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669" name="Picture 1068" descr="screen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0" name="Freeform 106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1" name="Freeform 107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2" name="Freeform 107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3" name="Freeform 107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4" name="Freeform 107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5" name="Freeform 107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76" name="Group 107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83" name="Freeform 107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4" name="Freeform 107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5" name="Freeform 107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6" name="Freeform 107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7" name="Freeform 108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8" name="Freeform 108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77" name="Freeform 108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8" name="Freeform 108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9" name="Freeform 108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0" name="Freeform 108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1" name="Freeform 108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2" name="Freeform 108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611" name="Picture 1115" descr="antenna_stylized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21" y="3105640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2" name="Picture 1116" descr="laptop_keyboard"/>
          <p:cNvPicPr>
            <a:picLocks noChangeAspect="1" noChangeArrowheads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13878" y="3291709"/>
            <a:ext cx="286699" cy="119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3" name="Freeform 1117"/>
          <p:cNvSpPr>
            <a:spLocks/>
          </p:cNvSpPr>
          <p:nvPr/>
        </p:nvSpPr>
        <p:spPr bwMode="auto">
          <a:xfrm>
            <a:off x="5608891" y="3175799"/>
            <a:ext cx="230764" cy="155883"/>
          </a:xfrm>
          <a:custGeom>
            <a:avLst/>
            <a:gdLst>
              <a:gd name="T0" fmla="*/ 1856482 w 2982"/>
              <a:gd name="T1" fmla="*/ 0 h 2442"/>
              <a:gd name="T2" fmla="*/ 0 w 2982"/>
              <a:gd name="T3" fmla="*/ 1039092 h 2442"/>
              <a:gd name="T4" fmla="*/ 7413777 w 2982"/>
              <a:gd name="T5" fmla="*/ 1299855 h 2442"/>
              <a:gd name="T6" fmla="*/ 9270259 w 2982"/>
              <a:gd name="T7" fmla="*/ 260763 h 2442"/>
              <a:gd name="T8" fmla="*/ 1856482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614" name="Picture 1118" descr="screen"/>
          <p:cNvPicPr>
            <a:picLocks noChangeAspect="1" noChangeArrowheads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257" y="3179808"/>
            <a:ext cx="209692" cy="14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" name="Freeform 1119"/>
          <p:cNvSpPr>
            <a:spLocks/>
          </p:cNvSpPr>
          <p:nvPr/>
        </p:nvSpPr>
        <p:spPr bwMode="auto">
          <a:xfrm>
            <a:off x="5650906" y="3171201"/>
            <a:ext cx="195517" cy="29007"/>
          </a:xfrm>
          <a:custGeom>
            <a:avLst/>
            <a:gdLst>
              <a:gd name="T0" fmla="*/ 460563 w 2528"/>
              <a:gd name="T1" fmla="*/ 0 h 455"/>
              <a:gd name="T2" fmla="*/ 7865770 w 2528"/>
              <a:gd name="T3" fmla="*/ 260107 h 455"/>
              <a:gd name="T4" fmla="*/ 7399174 w 2528"/>
              <a:gd name="T5" fmla="*/ 260107 h 455"/>
              <a:gd name="T6" fmla="*/ 0 w 2528"/>
              <a:gd name="T7" fmla="*/ 260107 h 455"/>
              <a:gd name="T8" fmla="*/ 460563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16" name="Freeform 1120"/>
          <p:cNvSpPr>
            <a:spLocks/>
          </p:cNvSpPr>
          <p:nvPr/>
        </p:nvSpPr>
        <p:spPr bwMode="auto">
          <a:xfrm>
            <a:off x="5606848" y="3170965"/>
            <a:ext cx="54275" cy="120745"/>
          </a:xfrm>
          <a:custGeom>
            <a:avLst/>
            <a:gdLst>
              <a:gd name="T0" fmla="*/ 1847051 w 702"/>
              <a:gd name="T1" fmla="*/ 0 h 1893"/>
              <a:gd name="T2" fmla="*/ 0 w 702"/>
              <a:gd name="T3" fmla="*/ 1037463 h 1893"/>
              <a:gd name="T4" fmla="*/ 460255 w 702"/>
              <a:gd name="T5" fmla="*/ 1037463 h 1893"/>
              <a:gd name="T6" fmla="*/ 2313337 w 702"/>
              <a:gd name="T7" fmla="*/ 260370 h 1893"/>
              <a:gd name="T8" fmla="*/ 184705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17" name="Freeform 1121"/>
          <p:cNvSpPr>
            <a:spLocks/>
          </p:cNvSpPr>
          <p:nvPr/>
        </p:nvSpPr>
        <p:spPr bwMode="auto">
          <a:xfrm>
            <a:off x="5786529" y="3192543"/>
            <a:ext cx="58489" cy="139375"/>
          </a:xfrm>
          <a:custGeom>
            <a:avLst/>
            <a:gdLst>
              <a:gd name="T0" fmla="*/ 2316427 w 756"/>
              <a:gd name="T1" fmla="*/ 0 h 2184"/>
              <a:gd name="T2" fmla="*/ 460872 w 756"/>
              <a:gd name="T3" fmla="*/ 1299110 h 2184"/>
              <a:gd name="T4" fmla="*/ 0 w 756"/>
              <a:gd name="T5" fmla="*/ 1299110 h 2184"/>
              <a:gd name="T6" fmla="*/ 1849521 w 756"/>
              <a:gd name="T7" fmla="*/ 260626 h 2184"/>
              <a:gd name="T8" fmla="*/ 23164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18" name="Freeform 1122"/>
          <p:cNvSpPr>
            <a:spLocks/>
          </p:cNvSpPr>
          <p:nvPr/>
        </p:nvSpPr>
        <p:spPr bwMode="auto">
          <a:xfrm>
            <a:off x="5606209" y="3285578"/>
            <a:ext cx="214545" cy="47048"/>
          </a:xfrm>
          <a:custGeom>
            <a:avLst/>
            <a:gdLst>
              <a:gd name="T0" fmla="*/ 460889 w 2773"/>
              <a:gd name="T1" fmla="*/ 0 h 738"/>
              <a:gd name="T2" fmla="*/ 0 w 2773"/>
              <a:gd name="T3" fmla="*/ 260103 h 738"/>
              <a:gd name="T4" fmla="*/ 7410661 w 2773"/>
              <a:gd name="T5" fmla="*/ 520206 h 738"/>
              <a:gd name="T6" fmla="*/ 7410661 w 2773"/>
              <a:gd name="T7" fmla="*/ 260103 h 738"/>
              <a:gd name="T8" fmla="*/ 460889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19" name="Freeform 1123"/>
          <p:cNvSpPr>
            <a:spLocks/>
          </p:cNvSpPr>
          <p:nvPr/>
        </p:nvSpPr>
        <p:spPr bwMode="auto">
          <a:xfrm>
            <a:off x="5793042" y="3193722"/>
            <a:ext cx="54786" cy="139965"/>
          </a:xfrm>
          <a:custGeom>
            <a:avLst/>
            <a:gdLst>
              <a:gd name="T0" fmla="*/ 7633745 w 637"/>
              <a:gd name="T1" fmla="*/ 0 h 1659"/>
              <a:gd name="T2" fmla="*/ 7633745 w 637"/>
              <a:gd name="T3" fmla="*/ 0 h 1659"/>
              <a:gd name="T4" fmla="*/ 636188 w 637"/>
              <a:gd name="T5" fmla="*/ 35432406 h 1659"/>
              <a:gd name="T6" fmla="*/ 0 w 637"/>
              <a:gd name="T7" fmla="*/ 34229500 h 1659"/>
              <a:gd name="T8" fmla="*/ 7633745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0" name="Freeform 1124"/>
          <p:cNvSpPr>
            <a:spLocks/>
          </p:cNvSpPr>
          <p:nvPr/>
        </p:nvSpPr>
        <p:spPr bwMode="auto">
          <a:xfrm>
            <a:off x="5606465" y="3291827"/>
            <a:ext cx="190792" cy="46458"/>
          </a:xfrm>
          <a:custGeom>
            <a:avLst/>
            <a:gdLst>
              <a:gd name="T0" fmla="*/ 0 w 2216"/>
              <a:gd name="T1" fmla="*/ 0 h 550"/>
              <a:gd name="T2" fmla="*/ 637466 w 2216"/>
              <a:gd name="T3" fmla="*/ 1205796 h 550"/>
              <a:gd name="T4" fmla="*/ 26804554 w 2216"/>
              <a:gd name="T5" fmla="*/ 12051036 h 550"/>
              <a:gd name="T6" fmla="*/ 26804554 w 2216"/>
              <a:gd name="T7" fmla="*/ 1024593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21" name="Group 1125"/>
          <p:cNvGrpSpPr>
            <a:grpSpLocks/>
          </p:cNvGrpSpPr>
          <p:nvPr/>
        </p:nvGrpSpPr>
        <p:grpSpPr bwMode="auto">
          <a:xfrm>
            <a:off x="5603272" y="3341469"/>
            <a:ext cx="64747" cy="27592"/>
            <a:chOff x="1740" y="2642"/>
            <a:chExt cx="752" cy="327"/>
          </a:xfrm>
        </p:grpSpPr>
        <p:sp>
          <p:nvSpPr>
            <p:cNvPr id="660" name="Freeform 1126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1" name="Freeform 1127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2" name="Freeform 1128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3" name="Freeform 1129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4" name="Freeform 1130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5" name="Freeform 1131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22" name="Freeform 1132"/>
          <p:cNvSpPr>
            <a:spLocks/>
          </p:cNvSpPr>
          <p:nvPr/>
        </p:nvSpPr>
        <p:spPr bwMode="auto">
          <a:xfrm>
            <a:off x="5714120" y="3345596"/>
            <a:ext cx="78411" cy="60608"/>
          </a:xfrm>
          <a:custGeom>
            <a:avLst/>
            <a:gdLst>
              <a:gd name="T0" fmla="*/ 495573 w 990"/>
              <a:gd name="T1" fmla="*/ 4479941 h 792"/>
              <a:gd name="T2" fmla="*/ 4472754 w 990"/>
              <a:gd name="T3" fmla="*/ 0 h 792"/>
              <a:gd name="T4" fmla="*/ 4472754 w 990"/>
              <a:gd name="T5" fmla="*/ 450887 h 792"/>
              <a:gd name="T6" fmla="*/ 0 w 990"/>
              <a:gd name="T7" fmla="*/ 4479941 h 792"/>
              <a:gd name="T8" fmla="*/ 495573 w 990"/>
              <a:gd name="T9" fmla="*/ 4479941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3" name="Freeform 1133"/>
          <p:cNvSpPr>
            <a:spLocks/>
          </p:cNvSpPr>
          <p:nvPr/>
        </p:nvSpPr>
        <p:spPr bwMode="auto">
          <a:xfrm>
            <a:off x="5514006" y="3350431"/>
            <a:ext cx="200625" cy="55302"/>
          </a:xfrm>
          <a:custGeom>
            <a:avLst/>
            <a:gdLst>
              <a:gd name="T0" fmla="*/ 496016 w 2532"/>
              <a:gd name="T1" fmla="*/ 0 h 723"/>
              <a:gd name="T2" fmla="*/ 496016 w 2532"/>
              <a:gd name="T3" fmla="*/ 0 h 723"/>
              <a:gd name="T4" fmla="*/ 10943095 w 2532"/>
              <a:gd name="T5" fmla="*/ 4025267 h 723"/>
              <a:gd name="T6" fmla="*/ 10943095 w 2532"/>
              <a:gd name="T7" fmla="*/ 4475790 h 723"/>
              <a:gd name="T8" fmla="*/ 0 w 2532"/>
              <a:gd name="T9" fmla="*/ 444634 h 723"/>
              <a:gd name="T10" fmla="*/ 4960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4" name="Freeform 1134"/>
          <p:cNvSpPr>
            <a:spLocks/>
          </p:cNvSpPr>
          <p:nvPr/>
        </p:nvSpPr>
        <p:spPr bwMode="auto">
          <a:xfrm>
            <a:off x="5514134" y="3340290"/>
            <a:ext cx="2171" cy="11202"/>
          </a:xfrm>
          <a:custGeom>
            <a:avLst/>
            <a:gdLst>
              <a:gd name="T0" fmla="*/ 585669 w 26"/>
              <a:gd name="T1" fmla="*/ 441374 h 147"/>
              <a:gd name="T2" fmla="*/ 585669 w 26"/>
              <a:gd name="T3" fmla="*/ 882672 h 147"/>
              <a:gd name="T4" fmla="*/ 0 w 26"/>
              <a:gd name="T5" fmla="*/ 882672 h 147"/>
              <a:gd name="T6" fmla="*/ 585669 w 26"/>
              <a:gd name="T7" fmla="*/ 0 h 147"/>
              <a:gd name="T8" fmla="*/ 585669 w 26"/>
              <a:gd name="T9" fmla="*/ 441374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5" name="Freeform 1135"/>
          <p:cNvSpPr>
            <a:spLocks/>
          </p:cNvSpPr>
          <p:nvPr/>
        </p:nvSpPr>
        <p:spPr bwMode="auto">
          <a:xfrm>
            <a:off x="5514261" y="3294657"/>
            <a:ext cx="93225" cy="46340"/>
          </a:xfrm>
          <a:custGeom>
            <a:avLst/>
            <a:gdLst>
              <a:gd name="T0" fmla="*/ 4983336 w 1176"/>
              <a:gd name="T1" fmla="*/ 0 h 606"/>
              <a:gd name="T2" fmla="*/ 0 w 1176"/>
              <a:gd name="T3" fmla="*/ 3578656 h 606"/>
              <a:gd name="T4" fmla="*/ 496487 w 1176"/>
              <a:gd name="T5" fmla="*/ 3578656 h 606"/>
              <a:gd name="T6" fmla="*/ 4983336 w 1176"/>
              <a:gd name="T7" fmla="*/ 444436 h 606"/>
              <a:gd name="T8" fmla="*/ 498333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6" name="Freeform 1136"/>
          <p:cNvSpPr>
            <a:spLocks/>
          </p:cNvSpPr>
          <p:nvPr/>
        </p:nvSpPr>
        <p:spPr bwMode="auto">
          <a:xfrm>
            <a:off x="5520519" y="3342649"/>
            <a:ext cx="190281" cy="53180"/>
          </a:xfrm>
          <a:custGeom>
            <a:avLst/>
            <a:gdLst>
              <a:gd name="T0" fmla="*/ 423548 w 2532"/>
              <a:gd name="T1" fmla="*/ 0 h 723"/>
              <a:gd name="T2" fmla="*/ 423548 w 2532"/>
              <a:gd name="T3" fmla="*/ 0 h 723"/>
              <a:gd name="T4" fmla="*/ 5094150 w 2532"/>
              <a:gd name="T5" fmla="*/ 2385965 h 723"/>
              <a:gd name="T6" fmla="*/ 5094150 w 2532"/>
              <a:gd name="T7" fmla="*/ 2385965 h 723"/>
              <a:gd name="T8" fmla="*/ 0 w 2532"/>
              <a:gd name="T9" fmla="*/ 400358 h 723"/>
              <a:gd name="T10" fmla="*/ 423548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7" name="Freeform 1137"/>
          <p:cNvSpPr>
            <a:spLocks/>
          </p:cNvSpPr>
          <p:nvPr/>
        </p:nvSpPr>
        <p:spPr bwMode="auto">
          <a:xfrm flipV="1">
            <a:off x="5710545" y="3338875"/>
            <a:ext cx="77645" cy="55066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973587 h 723"/>
              <a:gd name="T6" fmla="*/ 0 w 2532"/>
              <a:gd name="T7" fmla="*/ 3973587 h 723"/>
              <a:gd name="T8" fmla="*/ 0 w 2532"/>
              <a:gd name="T9" fmla="*/ 440833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28" name="Group 1139"/>
          <p:cNvGrpSpPr>
            <a:grpSpLocks/>
          </p:cNvGrpSpPr>
          <p:nvPr/>
        </p:nvGrpSpPr>
        <p:grpSpPr bwMode="auto">
          <a:xfrm flipH="1">
            <a:off x="5995499" y="3253643"/>
            <a:ext cx="359261" cy="342045"/>
            <a:chOff x="2839" y="3501"/>
            <a:chExt cx="755" cy="803"/>
          </a:xfrm>
        </p:grpSpPr>
        <p:pic>
          <p:nvPicPr>
            <p:cNvPr id="658" name="Picture 1140" descr="desktop_computer_stylized_medium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9" name="Freeform 114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29" name="Group 1142"/>
          <p:cNvGrpSpPr>
            <a:grpSpLocks/>
          </p:cNvGrpSpPr>
          <p:nvPr/>
        </p:nvGrpSpPr>
        <p:grpSpPr bwMode="auto">
          <a:xfrm>
            <a:off x="7307263" y="5422900"/>
            <a:ext cx="474662" cy="407988"/>
            <a:chOff x="877" y="1008"/>
            <a:chExt cx="2747" cy="2591"/>
          </a:xfrm>
        </p:grpSpPr>
        <p:pic>
          <p:nvPicPr>
            <p:cNvPr id="635" name="Picture 1143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6" name="Picture 1144" descr="laptop_keyboard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Freeform 1145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638" name="Picture 1146" descr="screen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9" name="Freeform 1147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Freeform 1148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Freeform 1149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Freeform 1150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Freeform 1151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1152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45" name="Group 1153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52" name="Freeform 1154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3" name="Freeform 1155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4" name="Freeform 1156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5" name="Freeform 1157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6" name="Freeform 1158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7" name="Freeform 1159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46" name="Freeform 1160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1161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1162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1163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1164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1165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630" name="Picture 568" descr="light2.png"/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94843" y="2078789"/>
            <a:ext cx="92772" cy="405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1" name="Picture 1017" descr="antenna_stylized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57" y="2006227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2" name="Picture 1017" descr="antenna_stylized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195" y="1745624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3" name="Picture 571" descr="fridge2.png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702" y="3071517"/>
            <a:ext cx="189578" cy="337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" name="Picture 1115" descr="antenna_stylized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938" y="3011924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8" name="Group 850"/>
          <p:cNvGrpSpPr>
            <a:grpSpLocks/>
          </p:cNvGrpSpPr>
          <p:nvPr/>
        </p:nvGrpSpPr>
        <p:grpSpPr bwMode="auto">
          <a:xfrm>
            <a:off x="5607471" y="1538038"/>
            <a:ext cx="448245" cy="96676"/>
            <a:chOff x="2199" y="955"/>
            <a:chExt cx="2547" cy="506"/>
          </a:xfrm>
        </p:grpSpPr>
        <p:sp>
          <p:nvSpPr>
            <p:cNvPr id="53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9" name="Group 850"/>
          <p:cNvGrpSpPr>
            <a:grpSpLocks/>
          </p:cNvGrpSpPr>
          <p:nvPr/>
        </p:nvGrpSpPr>
        <p:grpSpPr bwMode="auto">
          <a:xfrm>
            <a:off x="5276468" y="2033201"/>
            <a:ext cx="448245" cy="96676"/>
            <a:chOff x="2199" y="955"/>
            <a:chExt cx="2547" cy="506"/>
          </a:xfrm>
        </p:grpSpPr>
        <p:sp>
          <p:nvSpPr>
            <p:cNvPr id="52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0" name="Group 850"/>
          <p:cNvGrpSpPr>
            <a:grpSpLocks/>
          </p:cNvGrpSpPr>
          <p:nvPr/>
        </p:nvGrpSpPr>
        <p:grpSpPr bwMode="auto">
          <a:xfrm>
            <a:off x="6495173" y="2008238"/>
            <a:ext cx="427847" cy="76292"/>
            <a:chOff x="2199" y="955"/>
            <a:chExt cx="2547" cy="506"/>
          </a:xfrm>
        </p:grpSpPr>
        <p:sp>
          <p:nvSpPr>
            <p:cNvPr id="51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1" name="Group 850"/>
          <p:cNvGrpSpPr>
            <a:grpSpLocks/>
          </p:cNvGrpSpPr>
          <p:nvPr/>
        </p:nvGrpSpPr>
        <p:grpSpPr bwMode="auto">
          <a:xfrm>
            <a:off x="6558106" y="1745978"/>
            <a:ext cx="427847" cy="76292"/>
            <a:chOff x="2199" y="955"/>
            <a:chExt cx="2547" cy="506"/>
          </a:xfrm>
        </p:grpSpPr>
        <p:sp>
          <p:nvSpPr>
            <p:cNvPr id="51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2" name="Group 850"/>
          <p:cNvGrpSpPr>
            <a:grpSpLocks/>
          </p:cNvGrpSpPr>
          <p:nvPr/>
        </p:nvGrpSpPr>
        <p:grpSpPr bwMode="auto">
          <a:xfrm>
            <a:off x="5756886" y="2979399"/>
            <a:ext cx="375111" cy="76292"/>
            <a:chOff x="2199" y="955"/>
            <a:chExt cx="2547" cy="506"/>
          </a:xfrm>
        </p:grpSpPr>
        <p:sp>
          <p:nvSpPr>
            <p:cNvPr id="50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3" name="Group 850"/>
          <p:cNvGrpSpPr>
            <a:grpSpLocks/>
          </p:cNvGrpSpPr>
          <p:nvPr/>
        </p:nvGrpSpPr>
        <p:grpSpPr bwMode="auto">
          <a:xfrm>
            <a:off x="5458054" y="3093653"/>
            <a:ext cx="373704" cy="70494"/>
            <a:chOff x="2199" y="955"/>
            <a:chExt cx="2547" cy="506"/>
          </a:xfrm>
        </p:grpSpPr>
        <p:sp>
          <p:nvSpPr>
            <p:cNvPr id="50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4" name="Group 850"/>
          <p:cNvGrpSpPr>
            <a:grpSpLocks/>
          </p:cNvGrpSpPr>
          <p:nvPr/>
        </p:nvGrpSpPr>
        <p:grpSpPr bwMode="auto">
          <a:xfrm>
            <a:off x="5616258" y="3506728"/>
            <a:ext cx="496588" cy="96676"/>
            <a:chOff x="2199" y="955"/>
            <a:chExt cx="2547" cy="506"/>
          </a:xfrm>
        </p:grpSpPr>
        <p:sp>
          <p:nvSpPr>
            <p:cNvPr id="49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5" name="Group 850"/>
          <p:cNvGrpSpPr>
            <a:grpSpLocks/>
          </p:cNvGrpSpPr>
          <p:nvPr/>
        </p:nvGrpSpPr>
        <p:grpSpPr bwMode="auto">
          <a:xfrm>
            <a:off x="7154356" y="5005218"/>
            <a:ext cx="536140" cy="131828"/>
            <a:chOff x="2199" y="955"/>
            <a:chExt cx="2547" cy="506"/>
          </a:xfrm>
        </p:grpSpPr>
        <p:sp>
          <p:nvSpPr>
            <p:cNvPr id="48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6" name="Group 850"/>
          <p:cNvGrpSpPr>
            <a:grpSpLocks/>
          </p:cNvGrpSpPr>
          <p:nvPr/>
        </p:nvGrpSpPr>
        <p:grpSpPr bwMode="auto">
          <a:xfrm>
            <a:off x="7299376" y="5413893"/>
            <a:ext cx="408699" cy="92283"/>
            <a:chOff x="2199" y="955"/>
            <a:chExt cx="2547" cy="506"/>
          </a:xfrm>
        </p:grpSpPr>
        <p:sp>
          <p:nvSpPr>
            <p:cNvPr id="48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7" name="Group 850"/>
          <p:cNvGrpSpPr>
            <a:grpSpLocks/>
          </p:cNvGrpSpPr>
          <p:nvPr/>
        </p:nvGrpSpPr>
        <p:grpSpPr bwMode="auto">
          <a:xfrm>
            <a:off x="6881891" y="5484200"/>
            <a:ext cx="408699" cy="92283"/>
            <a:chOff x="2199" y="955"/>
            <a:chExt cx="2547" cy="506"/>
          </a:xfrm>
        </p:grpSpPr>
        <p:sp>
          <p:nvSpPr>
            <p:cNvPr id="47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8" name="Group 817"/>
          <p:cNvGrpSpPr>
            <a:grpSpLocks/>
          </p:cNvGrpSpPr>
          <p:nvPr/>
        </p:nvGrpSpPr>
        <p:grpSpPr bwMode="auto">
          <a:xfrm>
            <a:off x="5865009" y="1738313"/>
            <a:ext cx="517525" cy="508000"/>
            <a:chOff x="2920" y="1424"/>
            <a:chExt cx="326" cy="320"/>
          </a:xfrm>
        </p:grpSpPr>
        <p:sp>
          <p:nvSpPr>
            <p:cNvPr id="469" name="Oval 818"/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70" name="Group 819"/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472" name="Oval 82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3" name="Oval 82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4" name="Oval 82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5" name="Oval 82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6" name="Freeform 824"/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71" name="Freeform 825"/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66CCFF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891" name="Group 347"/>
          <p:cNvGrpSpPr>
            <a:grpSpLocks/>
          </p:cNvGrpSpPr>
          <p:nvPr/>
        </p:nvGrpSpPr>
        <p:grpSpPr bwMode="auto">
          <a:xfrm>
            <a:off x="6326174" y="2477052"/>
            <a:ext cx="416744" cy="205711"/>
            <a:chOff x="1871277" y="1576300"/>
            <a:chExt cx="1128371" cy="437861"/>
          </a:xfrm>
        </p:grpSpPr>
        <p:sp>
          <p:nvSpPr>
            <p:cNvPr id="892" name="Oval 8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93" name="Rectangle 8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94" name="Oval 8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95" name="Freeform 8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96" name="Freeform 8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97" name="Freeform 8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98" name="Freeform 8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899" name="Straight Connector 898"/>
            <p:cNvCxnSpPr>
              <a:endCxn id="8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1" name="Group 347"/>
          <p:cNvGrpSpPr>
            <a:grpSpLocks/>
          </p:cNvGrpSpPr>
          <p:nvPr/>
        </p:nvGrpSpPr>
        <p:grpSpPr bwMode="auto">
          <a:xfrm>
            <a:off x="7177349" y="2476441"/>
            <a:ext cx="416744" cy="205711"/>
            <a:chOff x="1871277" y="1576300"/>
            <a:chExt cx="1128371" cy="437861"/>
          </a:xfrm>
        </p:grpSpPr>
        <p:sp>
          <p:nvSpPr>
            <p:cNvPr id="902" name="Oval 9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03" name="Rectangle 9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04" name="Oval 9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05" name="Freeform 9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06" name="Freeform 9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07" name="Freeform 9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08" name="Freeform 9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09" name="Straight Connector 908"/>
            <p:cNvCxnSpPr>
              <a:endCxn id="9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1" name="Group 347"/>
          <p:cNvGrpSpPr>
            <a:grpSpLocks/>
          </p:cNvGrpSpPr>
          <p:nvPr/>
        </p:nvGrpSpPr>
        <p:grpSpPr bwMode="auto">
          <a:xfrm>
            <a:off x="7686788" y="2399327"/>
            <a:ext cx="416744" cy="205711"/>
            <a:chOff x="1871277" y="1576300"/>
            <a:chExt cx="1128371" cy="437861"/>
          </a:xfrm>
        </p:grpSpPr>
        <p:sp>
          <p:nvSpPr>
            <p:cNvPr id="912" name="Oval 91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13" name="Rectangle 91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14" name="Oval 91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15" name="Freeform 91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16" name="Freeform 91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17" name="Freeform 91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18" name="Freeform 91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19" name="Straight Connector 918"/>
            <p:cNvCxnSpPr>
              <a:endCxn id="91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1" name="Group 347"/>
          <p:cNvGrpSpPr>
            <a:grpSpLocks/>
          </p:cNvGrpSpPr>
          <p:nvPr/>
        </p:nvGrpSpPr>
        <p:grpSpPr bwMode="auto">
          <a:xfrm>
            <a:off x="7752480" y="2760839"/>
            <a:ext cx="416744" cy="205711"/>
            <a:chOff x="1871277" y="1576300"/>
            <a:chExt cx="1128371" cy="437861"/>
          </a:xfrm>
        </p:grpSpPr>
        <p:sp>
          <p:nvSpPr>
            <p:cNvPr id="922" name="Oval 92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3" name="Rectangle 92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4" name="Oval 92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5" name="Freeform 92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6" name="Freeform 92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7" name="Freeform 9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8" name="Freeform 9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29" name="Straight Connector 928"/>
            <p:cNvCxnSpPr>
              <a:endCxn id="92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1" name="Group 347"/>
          <p:cNvGrpSpPr>
            <a:grpSpLocks/>
          </p:cNvGrpSpPr>
          <p:nvPr/>
        </p:nvGrpSpPr>
        <p:grpSpPr bwMode="auto">
          <a:xfrm>
            <a:off x="7201005" y="2760229"/>
            <a:ext cx="416744" cy="205711"/>
            <a:chOff x="1871277" y="1576300"/>
            <a:chExt cx="1128371" cy="437861"/>
          </a:xfrm>
        </p:grpSpPr>
        <p:sp>
          <p:nvSpPr>
            <p:cNvPr id="932" name="Oval 9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3" name="Rectangle 9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4" name="Oval 9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5" name="Freeform 9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6" name="Freeform 9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7" name="Freeform 9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8" name="Freeform 9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39" name="Straight Connector 938"/>
            <p:cNvCxnSpPr>
              <a:endCxn id="9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1" name="Group 347"/>
          <p:cNvGrpSpPr>
            <a:grpSpLocks/>
          </p:cNvGrpSpPr>
          <p:nvPr/>
        </p:nvGrpSpPr>
        <p:grpSpPr bwMode="auto">
          <a:xfrm>
            <a:off x="7083692" y="3627282"/>
            <a:ext cx="416744" cy="205711"/>
            <a:chOff x="1871277" y="1576300"/>
            <a:chExt cx="1128371" cy="437861"/>
          </a:xfrm>
        </p:grpSpPr>
        <p:sp>
          <p:nvSpPr>
            <p:cNvPr id="942" name="Oval 94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43" name="Rectangle 94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44" name="Oval 94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45" name="Freeform 94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46" name="Freeform 94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47" name="Freeform 94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48" name="Freeform 94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49" name="Straight Connector 948"/>
            <p:cNvCxnSpPr>
              <a:endCxn id="94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1" name="Group 347"/>
          <p:cNvGrpSpPr>
            <a:grpSpLocks/>
          </p:cNvGrpSpPr>
          <p:nvPr/>
        </p:nvGrpSpPr>
        <p:grpSpPr bwMode="auto">
          <a:xfrm>
            <a:off x="7424812" y="3896990"/>
            <a:ext cx="416744" cy="205711"/>
            <a:chOff x="1871277" y="1576300"/>
            <a:chExt cx="1128371" cy="437861"/>
          </a:xfrm>
        </p:grpSpPr>
        <p:sp>
          <p:nvSpPr>
            <p:cNvPr id="952" name="Oval 95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53" name="Rectangle 95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54" name="Oval 95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55" name="Freeform 95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56" name="Freeform 95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57" name="Freeform 95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58" name="Freeform 95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59" name="Straight Connector 958"/>
            <p:cNvCxnSpPr>
              <a:endCxn id="95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1" name="Group 347"/>
          <p:cNvGrpSpPr>
            <a:grpSpLocks/>
          </p:cNvGrpSpPr>
          <p:nvPr/>
        </p:nvGrpSpPr>
        <p:grpSpPr bwMode="auto">
          <a:xfrm>
            <a:off x="7740429" y="3636266"/>
            <a:ext cx="416744" cy="205711"/>
            <a:chOff x="1871277" y="1576300"/>
            <a:chExt cx="1128371" cy="437861"/>
          </a:xfrm>
        </p:grpSpPr>
        <p:sp>
          <p:nvSpPr>
            <p:cNvPr id="962" name="Oval 96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63" name="Rectangle 96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64" name="Oval 96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65" name="Freeform 96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66" name="Freeform 96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67" name="Freeform 96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68" name="Freeform 96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69" name="Straight Connector 968"/>
            <p:cNvCxnSpPr>
              <a:endCxn id="96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1" name="Group 347"/>
          <p:cNvGrpSpPr>
            <a:grpSpLocks/>
          </p:cNvGrpSpPr>
          <p:nvPr/>
        </p:nvGrpSpPr>
        <p:grpSpPr bwMode="auto">
          <a:xfrm>
            <a:off x="6056633" y="3656920"/>
            <a:ext cx="375153" cy="169148"/>
            <a:chOff x="1871277" y="1576300"/>
            <a:chExt cx="1128371" cy="437861"/>
          </a:xfrm>
        </p:grpSpPr>
        <p:sp>
          <p:nvSpPr>
            <p:cNvPr id="972" name="Oval 9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73" name="Rectangle 9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74" name="Oval 9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75" name="Freeform 9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76" name="Freeform 9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77" name="Freeform 9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78" name="Freeform 9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79" name="Straight Connector 978"/>
            <p:cNvCxnSpPr>
              <a:endCxn id="9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1" name="Group 347"/>
          <p:cNvGrpSpPr>
            <a:grpSpLocks/>
          </p:cNvGrpSpPr>
          <p:nvPr/>
        </p:nvGrpSpPr>
        <p:grpSpPr bwMode="auto">
          <a:xfrm>
            <a:off x="6970247" y="4493117"/>
            <a:ext cx="522452" cy="260369"/>
            <a:chOff x="1871277" y="1576300"/>
            <a:chExt cx="1128371" cy="437861"/>
          </a:xfrm>
        </p:grpSpPr>
        <p:sp>
          <p:nvSpPr>
            <p:cNvPr id="982" name="Oval 98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83" name="Rectangle 98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84" name="Oval 98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85" name="Freeform 98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86" name="Freeform 98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87" name="Freeform 98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88" name="Freeform 98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89" name="Straight Connector 988"/>
            <p:cNvCxnSpPr>
              <a:endCxn id="98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1" name="Group 347"/>
          <p:cNvGrpSpPr>
            <a:grpSpLocks/>
          </p:cNvGrpSpPr>
          <p:nvPr/>
        </p:nvGrpSpPr>
        <p:grpSpPr bwMode="auto">
          <a:xfrm>
            <a:off x="6260655" y="4818927"/>
            <a:ext cx="522452" cy="260369"/>
            <a:chOff x="1871277" y="1576300"/>
            <a:chExt cx="1128371" cy="437861"/>
          </a:xfrm>
        </p:grpSpPr>
        <p:sp>
          <p:nvSpPr>
            <p:cNvPr id="992" name="Oval 9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93" name="Rectangle 9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94" name="Oval 9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95" name="Freeform 9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96" name="Freeform 9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97" name="Freeform 9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98" name="Freeform 9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999" name="Straight Connector 998"/>
            <p:cNvCxnSpPr>
              <a:endCxn id="9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1" name="Group 347"/>
          <p:cNvGrpSpPr>
            <a:grpSpLocks/>
          </p:cNvGrpSpPr>
          <p:nvPr/>
        </p:nvGrpSpPr>
        <p:grpSpPr bwMode="auto">
          <a:xfrm>
            <a:off x="7693291" y="4813217"/>
            <a:ext cx="522452" cy="260369"/>
            <a:chOff x="1871277" y="1576300"/>
            <a:chExt cx="1128371" cy="437861"/>
          </a:xfrm>
        </p:grpSpPr>
        <p:sp>
          <p:nvSpPr>
            <p:cNvPr id="1002" name="Oval 10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03" name="Rectangle 10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04" name="Oval 10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05" name="Freeform 10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06" name="Freeform 10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07" name="Freeform 10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08" name="Freeform 10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1009" name="Straight Connector 1008"/>
            <p:cNvCxnSpPr>
              <a:endCxn id="10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952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2" y="861168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385" y="1034206"/>
            <a:ext cx="8388096" cy="537855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2 sub-layers: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2000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Logical Link Control (LLC) Layer</a:t>
            </a:r>
          </a:p>
          <a:p>
            <a:pPr lvl="1" algn="just">
              <a:defRPr/>
            </a:pPr>
            <a:r>
              <a:rPr lang="en-US" dirty="0">
                <a:latin typeface="Gill Sans MT" charset="0"/>
              </a:rPr>
              <a:t>Manages communication between Layers (Layer2 </a:t>
            </a:r>
            <a:r>
              <a:rPr lang="en-NA" dirty="0"/>
              <a:t>↔</a:t>
            </a:r>
            <a:r>
              <a:rPr lang="en-US" dirty="0"/>
              <a:t> Layer 3)</a:t>
            </a:r>
          </a:p>
          <a:p>
            <a:pPr lvl="1" algn="just">
              <a:defRPr/>
            </a:pPr>
            <a:r>
              <a:rPr lang="en-US" dirty="0">
                <a:latin typeface="Gill Sans MT" charset="0"/>
              </a:rPr>
              <a:t>Provides flow control, frame synchronization and error checking. </a:t>
            </a:r>
          </a:p>
          <a:p>
            <a:pPr marL="457200" lvl="1" indent="0">
              <a:buNone/>
              <a:defRPr/>
            </a:pPr>
            <a:endParaRPr lang="en-US" sz="2000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Media Access Control (MAC) Layer</a:t>
            </a:r>
          </a:p>
          <a:p>
            <a:pPr lvl="1">
              <a:defRPr/>
            </a:pPr>
            <a:r>
              <a:rPr lang="en-GB" dirty="0">
                <a:latin typeface="Gill Sans MT" charset="0"/>
              </a:rPr>
              <a:t>Responsible for moving frames between devices on the same network across a shared channel.  </a:t>
            </a:r>
          </a:p>
          <a:p>
            <a:pPr lvl="1">
              <a:defRPr/>
            </a:pPr>
            <a:r>
              <a:rPr lang="en-US" dirty="0"/>
              <a:t>Controls how devices access the shared transmission medium</a:t>
            </a:r>
            <a:endParaRPr lang="en-GB" dirty="0">
              <a:latin typeface="Gill Sans MT" charset="0"/>
            </a:endParaRPr>
          </a:p>
          <a:p>
            <a:pPr lvl="1">
              <a:defRPr/>
            </a:pPr>
            <a:r>
              <a:rPr lang="en-GB" dirty="0">
                <a:latin typeface="Gill Sans MT" charset="0"/>
              </a:rPr>
              <a:t>This is done with the use of a multiple access protocol to coordinate the access to a shared channel.</a:t>
            </a:r>
          </a:p>
          <a:p>
            <a:pPr lvl="1">
              <a:defRPr/>
            </a:pPr>
            <a:r>
              <a:rPr lang="en-GB" dirty="0"/>
              <a:t>Uses MAC addresses for identification</a:t>
            </a:r>
            <a:r>
              <a:rPr lang="en-GB" dirty="0">
                <a:latin typeface="Gill Sans MT" charset="0"/>
              </a:rPr>
              <a:t> 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-31593"/>
            <a:ext cx="7110984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layer: Sub-layers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53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67D8-A148-B368-BC6A-51E7419D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" descr="underline_base">
            <a:extLst>
              <a:ext uri="{FF2B5EF4-FFF2-40B4-BE49-F238E27FC236}">
                <a16:creationId xmlns:a16="http://schemas.microsoft.com/office/drawing/2014/main" id="{BA6AAD93-F267-0929-C380-81A2897EE3A2}"/>
              </a:ext>
            </a:extLst>
          </p:cNvPr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99" y="617407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3">
            <a:extLst>
              <a:ext uri="{FF2B5EF4-FFF2-40B4-BE49-F238E27FC236}">
                <a16:creationId xmlns:a16="http://schemas.microsoft.com/office/drawing/2014/main" id="{323E8657-19E9-0E46-C9CD-AEEC5D604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5638" y="703926"/>
            <a:ext cx="8388096" cy="5378551"/>
          </a:xfrm>
        </p:spPr>
        <p:txBody>
          <a:bodyPr/>
          <a:lstStyle/>
          <a:p>
            <a:pPr marL="0" indent="0">
              <a:buNone/>
            </a:pPr>
            <a:endParaRPr lang="en-NA" sz="1200" dirty="0"/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Logical Link Control (LLC) Layer</a:t>
            </a:r>
          </a:p>
          <a:p>
            <a:pPr>
              <a:defRPr/>
            </a:pPr>
            <a:endParaRPr lang="en-US" dirty="0">
              <a:latin typeface="Gill Sans MT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FF0000"/>
                </a:solidFill>
              </a:rPr>
              <a:t>Error Control:</a:t>
            </a:r>
          </a:p>
          <a:p>
            <a:r>
              <a:rPr lang="en-US" sz="1600" dirty="0"/>
              <a:t>Detects and handles errors in frames</a:t>
            </a:r>
          </a:p>
          <a:p>
            <a:r>
              <a:rPr lang="en-US" sz="1600" dirty="0"/>
              <a:t>May request retransmission of corrupted frames</a:t>
            </a:r>
          </a:p>
          <a:p>
            <a:r>
              <a:rPr lang="en-GB" sz="1600" dirty="0"/>
              <a:t>Ensures reliable communication</a:t>
            </a:r>
            <a:endParaRPr lang="en-US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>
                <a:solidFill>
                  <a:srgbClr val="FF0000"/>
                </a:solidFill>
              </a:rPr>
              <a:t>Flow Control:</a:t>
            </a:r>
          </a:p>
          <a:p>
            <a:r>
              <a:rPr lang="en-US" sz="1600" dirty="0"/>
              <a:t>Controls the rate of data transmission</a:t>
            </a:r>
          </a:p>
          <a:p>
            <a:r>
              <a:rPr lang="en-US" sz="1600" dirty="0"/>
              <a:t>Prevents the receiver from being overloaded</a:t>
            </a:r>
          </a:p>
          <a:p>
            <a:r>
              <a:rPr lang="en-US" sz="1600" dirty="0"/>
              <a:t>Ensures sender and receiver operate at compatible speeds</a:t>
            </a:r>
          </a:p>
          <a:p>
            <a:endParaRPr lang="en-GB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Frame Synchronization:</a:t>
            </a:r>
          </a:p>
          <a:p>
            <a:r>
              <a:rPr lang="en-US" sz="1600" dirty="0"/>
              <a:t>Ensures the receiver can identify the start and end of each frame</a:t>
            </a:r>
          </a:p>
          <a:p>
            <a:r>
              <a:rPr lang="en-US" sz="1600" dirty="0"/>
              <a:t>Maintains proper alignment of data during transmission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…….</a:t>
            </a:r>
          </a:p>
          <a:p>
            <a:endParaRPr lang="en-US" sz="1600" dirty="0"/>
          </a:p>
          <a:p>
            <a:r>
              <a:rPr lang="en-US" sz="1600" dirty="0"/>
              <a:t>Error Control → “Is the data correct?”</a:t>
            </a:r>
          </a:p>
          <a:p>
            <a:r>
              <a:rPr lang="en-US" sz="1600" dirty="0"/>
              <a:t>Flow Control → “Am I sending too fast?”</a:t>
            </a:r>
          </a:p>
          <a:p>
            <a:r>
              <a:rPr lang="en-US" sz="1600" dirty="0"/>
              <a:t>Frame Sync → “Where does the frame start and end?”</a:t>
            </a:r>
            <a:endParaRPr lang="en-NA" sz="1600" dirty="0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B9BBCD31-3736-9A3C-4D35-9BDB6586C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0266" y="-281832"/>
            <a:ext cx="7110984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layer: Sub-layers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9868A1-48D6-4BE2-8685-3EA850A6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2236601-24C9-5693-BFEF-3F8D0AC7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31262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725436"/>
            <a:ext cx="5465508" cy="11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-166523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 services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3905" y="1128134"/>
            <a:ext cx="8466576" cy="5634958"/>
          </a:xfrm>
        </p:spPr>
        <p:txBody>
          <a:bodyPr/>
          <a:lstStyle/>
          <a:p>
            <a:pPr marL="0" indent="0">
              <a:lnSpc>
                <a:spcPct val="75000"/>
              </a:lnSpc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1) Reliable delivery between adjacent nodes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Ensures reliable communication between adjacent nodes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GB" dirty="0">
                <a:latin typeface="Gill Sans MT" charset="0"/>
              </a:rPr>
              <a:t>Uses techniques similar to upper layers e.g. Transport layer– using the two mechanisms = </a:t>
            </a:r>
            <a:r>
              <a:rPr lang="en-GB" dirty="0">
                <a:solidFill>
                  <a:srgbClr val="000099"/>
                </a:solidFill>
                <a:latin typeface="Gill Sans MT" charset="0"/>
              </a:rPr>
              <a:t>Acknowledgement and Timeouts (retransmit)</a:t>
            </a:r>
            <a:r>
              <a:rPr lang="en-GB" dirty="0">
                <a:latin typeface="Gill Sans MT" charset="0"/>
              </a:rPr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800" dirty="0">
                <a:latin typeface="Gill Sans MT" charset="0"/>
              </a:rPr>
              <a:t>An Acknowledgement (ACK) </a:t>
            </a:r>
            <a:r>
              <a:rPr lang="en-GB" sz="2800" dirty="0">
                <a:solidFill>
                  <a:srgbClr val="FF0000"/>
                </a:solidFill>
                <a:latin typeface="Gill Sans MT" charset="0"/>
              </a:rPr>
              <a:t>control frame is sent back to the sender from the receiver to confirm successful receipt of a frame</a:t>
            </a:r>
            <a:r>
              <a:rPr lang="en-GB" sz="2800" dirty="0">
                <a:latin typeface="Gill Sans MT" charset="0"/>
              </a:rPr>
              <a:t>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800" dirty="0">
                <a:solidFill>
                  <a:srgbClr val="FF0000"/>
                </a:solidFill>
                <a:latin typeface="Gill Sans MT" charset="0"/>
              </a:rPr>
              <a:t>If the sender does not receive an ACK </a:t>
            </a:r>
            <a:r>
              <a:rPr lang="en-GB" sz="2800" dirty="0">
                <a:latin typeface="Gill Sans MT" charset="0"/>
              </a:rPr>
              <a:t>from the receiver after a reasonable amount of time (Timeout), then it </a:t>
            </a:r>
            <a:r>
              <a:rPr lang="en-GB" sz="2800" dirty="0">
                <a:solidFill>
                  <a:srgbClr val="FF0000"/>
                </a:solidFill>
                <a:latin typeface="Gill Sans MT" charset="0"/>
              </a:rPr>
              <a:t>retransmits the original frame</a:t>
            </a:r>
            <a:r>
              <a:rPr lang="en-GB" sz="2800" dirty="0">
                <a:latin typeface="Gill Sans MT" charset="0"/>
              </a:rPr>
              <a:t>.</a:t>
            </a:r>
            <a:endParaRPr lang="en-US" sz="2800" dirty="0">
              <a:latin typeface="Gill Sans MT" charset="0"/>
            </a:endParaRPr>
          </a:p>
          <a:p>
            <a:pPr lvl="1">
              <a:lnSpc>
                <a:spcPct val="75000"/>
              </a:lnSpc>
              <a:defRPr/>
            </a:pPr>
            <a:endParaRPr lang="en-US" sz="2800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57954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51D69-7881-455D-F141-608B25A1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 descr="underline_base">
            <a:extLst>
              <a:ext uri="{FF2B5EF4-FFF2-40B4-BE49-F238E27FC236}">
                <a16:creationId xmlns:a16="http://schemas.microsoft.com/office/drawing/2014/main" id="{1990BFD4-B3DF-CEAA-9266-DFFEAA100805}"/>
              </a:ext>
            </a:extLst>
          </p:cNvPr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725436"/>
            <a:ext cx="5465508" cy="11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>
            <a:extLst>
              <a:ext uri="{FF2B5EF4-FFF2-40B4-BE49-F238E27FC236}">
                <a16:creationId xmlns:a16="http://schemas.microsoft.com/office/drawing/2014/main" id="{62E3B774-2A46-FA4D-2F90-A40046F31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188" y="-166523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 services</a:t>
            </a: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CB8A55B2-0E1C-5183-1D8F-CE6C1FFE7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3905" y="1337173"/>
            <a:ext cx="8466576" cy="5634958"/>
          </a:xfrm>
        </p:spPr>
        <p:txBody>
          <a:bodyPr/>
          <a:lstStyle/>
          <a:p>
            <a:pPr marL="514350" indent="-514350">
              <a:lnSpc>
                <a:spcPct val="75000"/>
              </a:lnSpc>
              <a:buAutoNum type="arabicParenR"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Reliable delivery between adjacent nodes</a:t>
            </a:r>
          </a:p>
          <a:p>
            <a:pPr marL="0" indent="0">
              <a:lnSpc>
                <a:spcPct val="75000"/>
              </a:lnSpc>
              <a:buNone/>
              <a:defRPr/>
            </a:pPr>
            <a:endParaRPr lang="en-US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dirty="0">
                <a:latin typeface="Gill Sans MT" charset="0"/>
              </a:rPr>
              <a:t>Error Handling: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dirty="0">
                <a:latin typeface="Gill Sans MT" charset="0"/>
              </a:rPr>
              <a:t>Frames may become corrupted during transmission and some errors are too severe to correct.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dirty="0">
                <a:latin typeface="Gill Sans MT" charset="0"/>
              </a:rPr>
              <a:t>These </a:t>
            </a:r>
            <a:r>
              <a:rPr lang="en-GB" sz="2000" dirty="0">
                <a:latin typeface="Gill Sans MT" charset="0"/>
              </a:rPr>
              <a:t>Corrupted frames are discarded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000" dirty="0">
                <a:latin typeface="Gill Sans MT" charset="0"/>
              </a:rPr>
              <a:t>A Data Link-level protocol </a:t>
            </a:r>
            <a:r>
              <a:rPr lang="en-US" sz="2000" dirty="0">
                <a:latin typeface="Gill Sans MT" charset="0"/>
              </a:rPr>
              <a:t>must recover lost frames using retransmission.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defRPr/>
            </a:pPr>
            <a:endParaRPr lang="en-US" sz="2000" dirty="0">
              <a:latin typeface="Gill Sans MT" charset="0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defRPr/>
            </a:pPr>
            <a:endParaRPr lang="en-US" sz="2000" dirty="0">
              <a:latin typeface="Gill Sans MT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000" dirty="0"/>
              <a:t>Link Type Comparison: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dirty="0">
                <a:latin typeface="Gill Sans MT" charset="0"/>
              </a:rPr>
              <a:t>Wired Links:  have a low error rate (e.g. </a:t>
            </a:r>
            <a:r>
              <a:rPr lang="en-US" sz="2000" dirty="0" err="1">
                <a:latin typeface="Gill Sans MT" charset="0"/>
              </a:rPr>
              <a:t>Fibre</a:t>
            </a:r>
            <a:r>
              <a:rPr lang="en-US" sz="2000" dirty="0">
                <a:latin typeface="Gill Sans MT" charset="0"/>
              </a:rPr>
              <a:t>, Ethernet)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000" dirty="0">
                <a:latin typeface="Gill Sans MT" charset="0"/>
              </a:rPr>
              <a:t>Wireless links: have a high error rate due to more interference and noise (</a:t>
            </a:r>
            <a:r>
              <a:rPr lang="en-US" sz="2000" dirty="0" err="1">
                <a:latin typeface="Gill Sans MT" charset="0"/>
              </a:rPr>
              <a:t>e.g</a:t>
            </a:r>
            <a:r>
              <a:rPr lang="en-US" sz="2000" dirty="0">
                <a:latin typeface="Gill Sans MT" charset="0"/>
              </a:rPr>
              <a:t> microwave, </a:t>
            </a:r>
            <a:r>
              <a:rPr lang="en-US" sz="2000" dirty="0" err="1">
                <a:latin typeface="Gill Sans MT" charset="0"/>
              </a:rPr>
              <a:t>wifi</a:t>
            </a:r>
            <a:r>
              <a:rPr lang="en-US" sz="2000" dirty="0">
                <a:latin typeface="Gill Sans MT" charset="0"/>
              </a:rPr>
              <a:t>, radio and Cellular (mobile) links)</a:t>
            </a:r>
          </a:p>
          <a:p>
            <a:pPr lvl="1">
              <a:lnSpc>
                <a:spcPct val="75000"/>
              </a:lnSpc>
              <a:defRPr/>
            </a:pPr>
            <a:endParaRPr lang="en-US" dirty="0">
              <a:latin typeface="Gill Sans MT" charset="0"/>
            </a:endParaRPr>
          </a:p>
          <a:p>
            <a:pPr lvl="1">
              <a:lnSpc>
                <a:spcPct val="75000"/>
              </a:lnSpc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805B647-9EF1-0BF3-8239-C6DC359A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28232D9-68CE-84A2-E056-EA30860E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34827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845598"/>
            <a:ext cx="5465508" cy="11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-15081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 services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590" y="1127919"/>
            <a:ext cx="8487378" cy="512575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2) Flow control: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defRPr/>
            </a:pPr>
            <a:r>
              <a:rPr lang="en-US" sz="2400" dirty="0">
                <a:latin typeface="Gill Sans MT" charset="0"/>
              </a:rPr>
              <a:t>Imposes a flow control mechanism to avoid overwhelming the receiver.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defRPr/>
            </a:pPr>
            <a:r>
              <a:rPr lang="en-US" sz="2400" dirty="0">
                <a:latin typeface="Gill Sans MT" charset="0"/>
              </a:rPr>
              <a:t>It controls the pacing between adjacent sending and receiving nodes by telling the sender how much data it can transmit before it must wait for an acknowledgement from the receiver. 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defRPr/>
            </a:pPr>
            <a:r>
              <a:rPr lang="en-US" sz="2400" dirty="0">
                <a:latin typeface="Gill Sans MT" charset="0"/>
              </a:rPr>
              <a:t>Any receiving device has a limited speed at which it can process incoming data and a limited amount of memory (buffer) to store and process incoming data.</a:t>
            </a:r>
          </a:p>
          <a:p>
            <a:pPr algn="just">
              <a:lnSpc>
                <a:spcPts val="3000"/>
              </a:lnSpc>
              <a:spcBef>
                <a:spcPts val="0"/>
              </a:spcBef>
              <a:defRPr/>
            </a:pPr>
            <a:r>
              <a:rPr lang="en-US" sz="2400" dirty="0">
                <a:latin typeface="Gill Sans MT" charset="0"/>
              </a:rPr>
              <a:t>If the buffer begins to fill up, the receiver must be able to tell the sender to halt or pause transmission until it can receive again.</a:t>
            </a:r>
          </a:p>
          <a:p>
            <a:pPr lvl="1">
              <a:lnSpc>
                <a:spcPts val="2800"/>
              </a:lnSpc>
              <a:spcBef>
                <a:spcPts val="0"/>
              </a:spcBef>
              <a:defRPr/>
            </a:pPr>
            <a:endParaRPr lang="en-US" sz="2000" dirty="0">
              <a:latin typeface="Gill Sans MT" charset="0"/>
            </a:endParaRPr>
          </a:p>
          <a:p>
            <a:pPr lvl="1">
              <a:lnSpc>
                <a:spcPct val="75000"/>
              </a:lnSpc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310388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26E4B-B5FF-2AD1-C03F-7CC6578A8B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2"/>
                </a:solidFill>
                <a:latin typeface="Gill Sans MT" charset="0"/>
              </a:rPr>
              <a:t>Stop and Wait Flow Control 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8697A-DD69-528B-ADF7-066187465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9521" y="2493818"/>
            <a:ext cx="3810000" cy="4648200"/>
          </a:xfrm>
        </p:spPr>
        <p:txBody>
          <a:bodyPr/>
          <a:lstStyle/>
          <a:p>
            <a:r>
              <a:rPr lang="en-US" dirty="0"/>
              <a:t>Sender transmits one frame at a time</a:t>
            </a:r>
          </a:p>
          <a:p>
            <a:r>
              <a:rPr lang="en-US" dirty="0"/>
              <a:t>Waits for ACK before sending the next frame</a:t>
            </a:r>
          </a:p>
          <a:p>
            <a:r>
              <a:rPr lang="en-GB" dirty="0"/>
              <a:t>Simple but inefficient (slow)</a:t>
            </a:r>
            <a:endParaRPr lang="en-ZA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65F4128-962B-3D19-A0D5-22EDDEAC9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9575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 services</a:t>
            </a:r>
          </a:p>
        </p:txBody>
      </p:sp>
      <p:pic>
        <p:nvPicPr>
          <p:cNvPr id="8" name="Picture 4" descr="underline_base">
            <a:extLst>
              <a:ext uri="{FF2B5EF4-FFF2-40B4-BE49-F238E27FC236}">
                <a16:creationId xmlns:a16="http://schemas.microsoft.com/office/drawing/2014/main" id="{FF1BCD3A-FF2F-DD6A-BB58-4B79F8BEE10B}"/>
              </a:ext>
            </a:extLst>
          </p:cNvPr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845598"/>
            <a:ext cx="5465508" cy="11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7D6CA54A-4DC3-2AAC-9738-5A5A444D4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1143000"/>
            <a:ext cx="8487378" cy="69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2800"/>
              </a:lnSpc>
              <a:spcBef>
                <a:spcPts val="0"/>
              </a:spcBef>
              <a:defRPr/>
            </a:pPr>
            <a:r>
              <a:rPr lang="en-US" kern="0" dirty="0">
                <a:solidFill>
                  <a:srgbClr val="FF0000"/>
                </a:solidFill>
                <a:latin typeface="Gill Sans MT" charset="0"/>
              </a:rPr>
              <a:t>The two flow control mechanisms:</a:t>
            </a:r>
          </a:p>
          <a:p>
            <a:pPr lvl="1">
              <a:lnSpc>
                <a:spcPts val="2800"/>
              </a:lnSpc>
              <a:spcBef>
                <a:spcPts val="0"/>
              </a:spcBef>
              <a:defRPr/>
            </a:pPr>
            <a:endParaRPr lang="en-US" sz="2000" kern="0" dirty="0">
              <a:latin typeface="Gill Sans MT" charset="0"/>
            </a:endParaRPr>
          </a:p>
          <a:p>
            <a:pPr lvl="1">
              <a:lnSpc>
                <a:spcPct val="75000"/>
              </a:lnSpc>
              <a:defRPr/>
            </a:pPr>
            <a:endParaRPr lang="en-US" kern="0" dirty="0">
              <a:latin typeface="Gill Sans MT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CAC1E2-3EC1-D2F3-41A1-81F8DCB64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84" y="2576019"/>
            <a:ext cx="3810000" cy="4081124"/>
          </a:xfrm>
          <a:prstGeom prst="rect">
            <a:avLst/>
          </a:prstGeom>
        </p:spPr>
      </p:pic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F392F1E-C464-AFCD-EE4A-F19B530F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8327" y="65120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44AD2D3-F4B2-F8A8-EF7B-FCD874DD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5194" y="6512013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899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F96B-98C1-5482-E0AD-2BC91182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FA137-DB42-FA87-8A1E-2A2142C37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Gill Sans MT" charset="0"/>
              </a:rPr>
              <a:t>Sliding Window Flow Control</a:t>
            </a:r>
          </a:p>
          <a:p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78DAB-B443-7FE4-6B0E-634600A4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1566" y="2022375"/>
            <a:ext cx="3810000" cy="4648200"/>
          </a:xfrm>
        </p:spPr>
        <p:txBody>
          <a:bodyPr/>
          <a:lstStyle/>
          <a:p>
            <a:r>
              <a:rPr lang="en-US" dirty="0"/>
              <a:t>Sender can send multiple frames before receiving ACKs</a:t>
            </a:r>
          </a:p>
          <a:p>
            <a:r>
              <a:rPr lang="en-US" dirty="0"/>
              <a:t>Receiver uses a window size to control how many frames can be sent</a:t>
            </a:r>
          </a:p>
          <a:p>
            <a:r>
              <a:rPr lang="en-GB" dirty="0"/>
              <a:t>More efficient and faster</a:t>
            </a:r>
            <a:endParaRPr lang="en-ZA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0C4F992-B862-D4DF-3C1E-1067EE928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9575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 services</a:t>
            </a:r>
          </a:p>
        </p:txBody>
      </p:sp>
      <p:pic>
        <p:nvPicPr>
          <p:cNvPr id="8" name="Picture 4" descr="underline_base">
            <a:extLst>
              <a:ext uri="{FF2B5EF4-FFF2-40B4-BE49-F238E27FC236}">
                <a16:creationId xmlns:a16="http://schemas.microsoft.com/office/drawing/2014/main" id="{7F4C1B45-86AA-5A6C-00B8-A8F749D07826}"/>
              </a:ext>
            </a:extLst>
          </p:cNvPr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845598"/>
            <a:ext cx="5465508" cy="11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3769FF00-D321-0D43-9795-EF800DDE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1058090"/>
            <a:ext cx="8487378" cy="69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2800"/>
              </a:lnSpc>
              <a:spcBef>
                <a:spcPts val="0"/>
              </a:spcBef>
              <a:defRPr/>
            </a:pPr>
            <a:r>
              <a:rPr lang="en-US" kern="0" dirty="0">
                <a:latin typeface="Gill Sans MT" charset="0"/>
              </a:rPr>
              <a:t>The two flow control mechanisms:</a:t>
            </a:r>
          </a:p>
          <a:p>
            <a:pPr lvl="1">
              <a:lnSpc>
                <a:spcPts val="2800"/>
              </a:lnSpc>
              <a:spcBef>
                <a:spcPts val="0"/>
              </a:spcBef>
              <a:defRPr/>
            </a:pPr>
            <a:endParaRPr lang="en-US" sz="2000" kern="0" dirty="0">
              <a:latin typeface="Gill Sans MT" charset="0"/>
            </a:endParaRPr>
          </a:p>
          <a:p>
            <a:pPr lvl="1">
              <a:lnSpc>
                <a:spcPct val="75000"/>
              </a:lnSpc>
              <a:defRPr/>
            </a:pPr>
            <a:endParaRPr lang="en-US" kern="0" dirty="0">
              <a:latin typeface="Gill Sans MT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F5ED6-380F-63F9-4C82-F90422085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20" y="2576019"/>
            <a:ext cx="4023380" cy="3436383"/>
          </a:xfrm>
          <a:prstGeom prst="rect">
            <a:avLst/>
          </a:prstGeom>
        </p:spPr>
      </p:pic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078CD8CD-B16E-1564-56D9-EA65809E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8327" y="6512013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C613607-DEAA-58BC-7719-91136C86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5194" y="6512013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887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2" y="861168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385" y="1111407"/>
            <a:ext cx="8388096" cy="537855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3) Error Detection and Correction</a:t>
            </a:r>
          </a:p>
          <a:p>
            <a:pPr marL="0" indent="0">
              <a:buNone/>
              <a:defRPr/>
            </a:pPr>
            <a:r>
              <a:rPr lang="en-US" sz="2400" dirty="0">
                <a:latin typeface="Gill Sans MT" charset="0"/>
              </a:rPr>
              <a:t>Uses mechanisms to </a:t>
            </a:r>
            <a:r>
              <a:rPr lang="en-GB" sz="2400" dirty="0">
                <a:latin typeface="Gill Sans MT" charset="0"/>
              </a:rPr>
              <a:t>detect errors in frames, so that corrective action can be taken</a:t>
            </a:r>
            <a:r>
              <a:rPr lang="en-US" sz="2400" dirty="0">
                <a:latin typeface="Gill Sans MT" charset="0"/>
              </a:rPr>
              <a:t>.</a:t>
            </a:r>
          </a:p>
          <a:p>
            <a:pPr marL="0" indent="0">
              <a:buNone/>
              <a:defRPr/>
            </a:pPr>
            <a:endParaRPr lang="en-US" sz="1400" dirty="0">
              <a:latin typeface="Gill Sans MT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Error detection: </a:t>
            </a:r>
          </a:p>
          <a:p>
            <a:pPr lvl="2" algn="just">
              <a:defRPr/>
            </a:pPr>
            <a:r>
              <a:rPr lang="en-US" sz="2400" dirty="0">
                <a:latin typeface="Gill Sans MT" charset="0"/>
              </a:rPr>
              <a:t>Receiver detects the presence of errors in received frames</a:t>
            </a:r>
          </a:p>
          <a:p>
            <a:pPr lvl="2" algn="just">
              <a:defRPr/>
            </a:pPr>
            <a:r>
              <a:rPr lang="en-US" sz="2400" dirty="0">
                <a:latin typeface="Gill Sans MT" charset="0"/>
              </a:rPr>
              <a:t>If an error is detected - frame is discarded and retransmission of damaged frames is requested</a:t>
            </a:r>
          </a:p>
          <a:p>
            <a:pPr lvl="2" algn="just">
              <a:defRPr/>
            </a:pPr>
            <a:r>
              <a:rPr lang="en-US" sz="2400" dirty="0">
                <a:latin typeface="Gill Sans MT" charset="0"/>
              </a:rPr>
              <a:t>Errors are caused by signal attenuation </a:t>
            </a:r>
            <a:r>
              <a:rPr lang="en-GB" sz="2400" dirty="0">
                <a:latin typeface="Gill Sans MT" charset="0"/>
              </a:rPr>
              <a:t>(signal weakens over distance)</a:t>
            </a:r>
            <a:r>
              <a:rPr lang="en-US" sz="2400" dirty="0">
                <a:latin typeface="Gill Sans MT" charset="0"/>
              </a:rPr>
              <a:t> and noise/interference </a:t>
            </a:r>
            <a:r>
              <a:rPr lang="en-GB" sz="2400" dirty="0">
                <a:latin typeface="Gill Sans MT" charset="0"/>
              </a:rPr>
              <a:t>(distorts the signal)</a:t>
            </a:r>
            <a:r>
              <a:rPr lang="en-US" sz="2400" dirty="0">
                <a:latin typeface="Gill Sans MT" charset="0"/>
              </a:rPr>
              <a:t>. </a:t>
            </a:r>
          </a:p>
          <a:p>
            <a:pPr lvl="2" algn="just">
              <a:defRPr/>
            </a:pPr>
            <a:endParaRPr lang="en-US" sz="1800" dirty="0">
              <a:latin typeface="Gill Sans MT" charset="0"/>
            </a:endParaRPr>
          </a:p>
          <a:p>
            <a:pPr marL="457200" lvl="1" indent="0">
              <a:buNone/>
              <a:defRPr/>
            </a:pPr>
            <a:endParaRPr lang="en-US" sz="1100" dirty="0">
              <a:latin typeface="Gill Sans MT" charset="0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-31593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Link layer services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723613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68" name="Freeform 92"/>
          <p:cNvSpPr>
            <a:spLocks/>
          </p:cNvSpPr>
          <p:nvPr/>
        </p:nvSpPr>
        <p:spPr bwMode="auto">
          <a:xfrm>
            <a:off x="5656263" y="2616200"/>
            <a:ext cx="2308225" cy="302895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4" h="1908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4276" name="Picture 8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8874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100013"/>
            <a:ext cx="8251825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Where is the Data link layer implemented?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8462" y="1243012"/>
            <a:ext cx="4479925" cy="5614987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In every host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Data Link layer implemented in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adapter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(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Network Interface Card</a:t>
            </a:r>
            <a:r>
              <a:rPr lang="en-US" sz="2400" dirty="0">
                <a:latin typeface="Gill Sans MT" charset="0"/>
                <a:cs typeface="+mn-cs"/>
              </a:rPr>
              <a:t>) - </a:t>
            </a:r>
            <a:r>
              <a:rPr lang="en-GB" sz="2400" dirty="0">
                <a:latin typeface="Gill Sans MT" charset="0"/>
                <a:cs typeface="+mn-cs"/>
              </a:rPr>
              <a:t>A piece of hardware</a:t>
            </a:r>
          </a:p>
          <a:p>
            <a:pPr marL="400050" lvl="1" indent="0">
              <a:buNone/>
              <a:defRPr/>
            </a:pPr>
            <a:r>
              <a:rPr lang="en-GB" dirty="0">
                <a:latin typeface="Gill Sans MT" charset="0"/>
                <a:cs typeface="+mn-cs"/>
              </a:rPr>
              <a:t>that connects a node to a link.</a:t>
            </a:r>
            <a:endParaRPr lang="en-US" dirty="0">
              <a:latin typeface="Gill Sans MT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Ethernet card, 802.11 card;</a:t>
            </a:r>
            <a:r>
              <a:rPr lang="en-US" dirty="0">
                <a:latin typeface="Gill Sans MT" charset="0"/>
              </a:rPr>
              <a:t>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implements link, physical layer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Network adaptors, along with device drivers running in the node’s operating system, typically implement the data link level. </a:t>
            </a:r>
          </a:p>
        </p:txBody>
      </p:sp>
      <p:sp>
        <p:nvSpPr>
          <p:cNvPr id="8200" name="Rectangle 42"/>
          <p:cNvSpPr>
            <a:spLocks noChangeArrowheads="1"/>
          </p:cNvSpPr>
          <p:nvPr/>
        </p:nvSpPr>
        <p:spPr bwMode="auto">
          <a:xfrm>
            <a:off x="6129338" y="2614613"/>
            <a:ext cx="1836737" cy="2401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1" name="Rectangle 44"/>
          <p:cNvSpPr>
            <a:spLocks noChangeArrowheads="1"/>
          </p:cNvSpPr>
          <p:nvPr/>
        </p:nvSpPr>
        <p:spPr bwMode="auto">
          <a:xfrm>
            <a:off x="6578600" y="4552950"/>
            <a:ext cx="66675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2" name="Rectangle 45"/>
          <p:cNvSpPr>
            <a:spLocks noChangeArrowheads="1"/>
          </p:cNvSpPr>
          <p:nvPr/>
        </p:nvSpPr>
        <p:spPr bwMode="auto">
          <a:xfrm>
            <a:off x="6578600" y="396557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8203" name="Text Box 46"/>
          <p:cNvSpPr txBox="1">
            <a:spLocks noChangeArrowheads="1"/>
          </p:cNvSpPr>
          <p:nvPr/>
        </p:nvSpPr>
        <p:spPr bwMode="auto">
          <a:xfrm>
            <a:off x="6384925" y="4562475"/>
            <a:ext cx="10366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physical</a:t>
            </a:r>
          </a:p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transmission</a:t>
            </a:r>
          </a:p>
        </p:txBody>
      </p:sp>
      <p:sp>
        <p:nvSpPr>
          <p:cNvPr id="54283" name="Freeform 47"/>
          <p:cNvSpPr>
            <a:spLocks/>
          </p:cNvSpPr>
          <p:nvPr/>
        </p:nvSpPr>
        <p:spPr bwMode="auto">
          <a:xfrm>
            <a:off x="6630988" y="3484563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05" name="Line 48"/>
          <p:cNvSpPr>
            <a:spLocks noChangeShapeType="1"/>
          </p:cNvSpPr>
          <p:nvPr/>
        </p:nvSpPr>
        <p:spPr bwMode="auto">
          <a:xfrm>
            <a:off x="6496050" y="3657600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6" name="Line 49"/>
          <p:cNvSpPr>
            <a:spLocks noChangeShapeType="1"/>
          </p:cNvSpPr>
          <p:nvPr/>
        </p:nvSpPr>
        <p:spPr bwMode="auto">
          <a:xfrm flipV="1">
            <a:off x="6891338" y="3665538"/>
            <a:ext cx="0" cy="300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7" name="Rectangle 50"/>
          <p:cNvSpPr>
            <a:spLocks noChangeArrowheads="1"/>
          </p:cNvSpPr>
          <p:nvPr/>
        </p:nvSpPr>
        <p:spPr bwMode="auto">
          <a:xfrm>
            <a:off x="6384925" y="2967038"/>
            <a:ext cx="657225" cy="5191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cpu</a:t>
            </a:r>
          </a:p>
        </p:txBody>
      </p:sp>
      <p:sp>
        <p:nvSpPr>
          <p:cNvPr id="8208" name="Rectangle 51"/>
          <p:cNvSpPr>
            <a:spLocks noChangeArrowheads="1"/>
          </p:cNvSpPr>
          <p:nvPr/>
        </p:nvSpPr>
        <p:spPr bwMode="auto">
          <a:xfrm>
            <a:off x="7204075" y="296862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memory</a:t>
            </a:r>
          </a:p>
        </p:txBody>
      </p:sp>
      <p:sp>
        <p:nvSpPr>
          <p:cNvPr id="8209" name="Line 52"/>
          <p:cNvSpPr>
            <a:spLocks noChangeShapeType="1"/>
          </p:cNvSpPr>
          <p:nvPr/>
        </p:nvSpPr>
        <p:spPr bwMode="auto">
          <a:xfrm flipH="1" flipV="1">
            <a:off x="6688138" y="3487738"/>
            <a:ext cx="1587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0" name="Line 53"/>
          <p:cNvSpPr>
            <a:spLocks noChangeShapeType="1"/>
          </p:cNvSpPr>
          <p:nvPr/>
        </p:nvSpPr>
        <p:spPr bwMode="auto">
          <a:xfrm flipH="1" flipV="1">
            <a:off x="7561263" y="3489325"/>
            <a:ext cx="1587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1" name="Text Box 54"/>
          <p:cNvSpPr txBox="1">
            <a:spLocks noChangeArrowheads="1"/>
          </p:cNvSpPr>
          <p:nvPr/>
        </p:nvSpPr>
        <p:spPr bwMode="auto">
          <a:xfrm>
            <a:off x="8008938" y="3786188"/>
            <a:ext cx="8794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host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bus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(e.g., PCI)</a:t>
            </a:r>
          </a:p>
        </p:txBody>
      </p:sp>
      <p:sp>
        <p:nvSpPr>
          <p:cNvPr id="8212" name="Line 55"/>
          <p:cNvSpPr>
            <a:spLocks noChangeShapeType="1"/>
          </p:cNvSpPr>
          <p:nvPr/>
        </p:nvSpPr>
        <p:spPr bwMode="auto">
          <a:xfrm flipH="1">
            <a:off x="6891338" y="4273550"/>
            <a:ext cx="12700" cy="339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3" name="Line 56"/>
          <p:cNvSpPr>
            <a:spLocks noChangeShapeType="1"/>
          </p:cNvSpPr>
          <p:nvPr/>
        </p:nvSpPr>
        <p:spPr bwMode="auto">
          <a:xfrm>
            <a:off x="6889750" y="4806950"/>
            <a:ext cx="0" cy="366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4" name="Line 57"/>
          <p:cNvSpPr>
            <a:spLocks noChangeShapeType="1"/>
          </p:cNvSpPr>
          <p:nvPr/>
        </p:nvSpPr>
        <p:spPr bwMode="auto">
          <a:xfrm flipH="1" flipV="1">
            <a:off x="7686675" y="3662363"/>
            <a:ext cx="382588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5" name="Text Box 58"/>
          <p:cNvSpPr txBox="1">
            <a:spLocks noChangeArrowheads="1"/>
          </p:cNvSpPr>
          <p:nvPr/>
        </p:nvSpPr>
        <p:spPr bwMode="auto">
          <a:xfrm>
            <a:off x="7296150" y="5356225"/>
            <a:ext cx="127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network adapter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card</a:t>
            </a:r>
          </a:p>
        </p:txBody>
      </p:sp>
      <p:sp>
        <p:nvSpPr>
          <p:cNvPr id="8216" name="Line 59"/>
          <p:cNvSpPr>
            <a:spLocks noChangeShapeType="1"/>
          </p:cNvSpPr>
          <p:nvPr/>
        </p:nvSpPr>
        <p:spPr bwMode="auto">
          <a:xfrm flipH="1" flipV="1">
            <a:off x="7504113" y="4679950"/>
            <a:ext cx="271462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7" name="Rectangle 43"/>
          <p:cNvSpPr>
            <a:spLocks noChangeArrowheads="1"/>
          </p:cNvSpPr>
          <p:nvPr/>
        </p:nvSpPr>
        <p:spPr bwMode="auto">
          <a:xfrm>
            <a:off x="6351588" y="3854450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06260" name="Group 84"/>
          <p:cNvGrpSpPr>
            <a:grpSpLocks/>
          </p:cNvGrpSpPr>
          <p:nvPr/>
        </p:nvGrpSpPr>
        <p:grpSpPr bwMode="auto">
          <a:xfrm>
            <a:off x="5091113" y="2743200"/>
            <a:ext cx="1466850" cy="2065338"/>
            <a:chOff x="2691" y="1728"/>
            <a:chExt cx="924" cy="1301"/>
          </a:xfrm>
        </p:grpSpPr>
        <p:sp>
          <p:nvSpPr>
            <p:cNvPr id="54303" name="Freeform 62"/>
            <p:cNvSpPr>
              <a:spLocks/>
            </p:cNvSpPr>
            <p:nvPr/>
          </p:nvSpPr>
          <p:spPr bwMode="auto">
            <a:xfrm>
              <a:off x="3225" y="2509"/>
              <a:ext cx="390" cy="520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0" h="52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04" name="Freeform 63"/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6" name="Rectangle 64"/>
            <p:cNvSpPr>
              <a:spLocks noChangeArrowheads="1"/>
            </p:cNvSpPr>
            <p:nvPr/>
          </p:nvSpPr>
          <p:spPr bwMode="auto">
            <a:xfrm>
              <a:off x="2737" y="1775"/>
              <a:ext cx="489" cy="5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7" name="Text Box 65"/>
            <p:cNvSpPr txBox="1">
              <a:spLocks noChangeArrowheads="1"/>
            </p:cNvSpPr>
            <p:nvPr/>
          </p:nvSpPr>
          <p:spPr bwMode="auto">
            <a:xfrm>
              <a:off x="2691" y="1728"/>
              <a:ext cx="57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</p:txBody>
        </p:sp>
        <p:sp>
          <p:nvSpPr>
            <p:cNvPr id="8228" name="Line 66"/>
            <p:cNvSpPr>
              <a:spLocks noChangeShapeType="1"/>
            </p:cNvSpPr>
            <p:nvPr/>
          </p:nvSpPr>
          <p:spPr bwMode="auto">
            <a:xfrm>
              <a:off x="2737" y="18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9" name="Line 67"/>
            <p:cNvSpPr>
              <a:spLocks noChangeShapeType="1"/>
            </p:cNvSpPr>
            <p:nvPr/>
          </p:nvSpPr>
          <p:spPr bwMode="auto">
            <a:xfrm>
              <a:off x="2737" y="199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0" name="Line 68"/>
            <p:cNvSpPr>
              <a:spLocks noChangeShapeType="1"/>
            </p:cNvSpPr>
            <p:nvPr/>
          </p:nvSpPr>
          <p:spPr bwMode="auto">
            <a:xfrm>
              <a:off x="2735" y="20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1" name="Line 69"/>
            <p:cNvSpPr>
              <a:spLocks noChangeShapeType="1"/>
            </p:cNvSpPr>
            <p:nvPr/>
          </p:nvSpPr>
          <p:spPr bwMode="auto">
            <a:xfrm>
              <a:off x="2738" y="2206"/>
              <a:ext cx="4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2" name="Rectangle 70"/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3" name="Line 71"/>
            <p:cNvSpPr>
              <a:spLocks noChangeShapeType="1"/>
            </p:cNvSpPr>
            <p:nvPr/>
          </p:nvSpPr>
          <p:spPr bwMode="auto">
            <a:xfrm>
              <a:off x="2738" y="222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4" name="Line 72"/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5" name="Rectangle 73"/>
            <p:cNvSpPr>
              <a:spLocks noChangeArrowheads="1"/>
            </p:cNvSpPr>
            <p:nvPr/>
          </p:nvSpPr>
          <p:spPr bwMode="auto">
            <a:xfrm>
              <a:off x="2737" y="2415"/>
              <a:ext cx="489" cy="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6" name="Text Box 74"/>
            <p:cNvSpPr txBox="1">
              <a:spLocks noChangeArrowheads="1"/>
            </p:cNvSpPr>
            <p:nvPr/>
          </p:nvSpPr>
          <p:spPr bwMode="auto"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physical</a:t>
              </a:r>
            </a:p>
          </p:txBody>
        </p:sp>
        <p:sp>
          <p:nvSpPr>
            <p:cNvPr id="8237" name="Line 75"/>
            <p:cNvSpPr>
              <a:spLocks noChangeShapeType="1"/>
            </p:cNvSpPr>
            <p:nvPr/>
          </p:nvSpPr>
          <p:spPr bwMode="auto">
            <a:xfrm>
              <a:off x="2737" y="252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8" name="Line 76"/>
            <p:cNvSpPr>
              <a:spLocks noChangeShapeType="1"/>
            </p:cNvSpPr>
            <p:nvPr/>
          </p:nvSpPr>
          <p:spPr bwMode="auto">
            <a:xfrm>
              <a:off x="2737" y="263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9" name="Line 77"/>
            <p:cNvSpPr>
              <a:spLocks noChangeShapeType="1"/>
            </p:cNvSpPr>
            <p:nvPr/>
          </p:nvSpPr>
          <p:spPr bwMode="auto">
            <a:xfrm>
              <a:off x="2735" y="272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0" name="Line 78"/>
            <p:cNvSpPr>
              <a:spLocks noChangeShapeType="1"/>
            </p:cNvSpPr>
            <p:nvPr/>
          </p:nvSpPr>
          <p:spPr bwMode="auto">
            <a:xfrm>
              <a:off x="2733" y="283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1" name="Rectangle 79"/>
            <p:cNvSpPr>
              <a:spLocks noChangeArrowheads="1"/>
            </p:cNvSpPr>
            <p:nvPr/>
          </p:nvSpPr>
          <p:spPr bwMode="auto">
            <a:xfrm>
              <a:off x="2719" y="2390"/>
              <a:ext cx="518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2" name="Line 80"/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3" name="Line 81"/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4" name="Rectangle 82"/>
            <p:cNvSpPr>
              <a:spLocks noChangeArrowheads="1"/>
            </p:cNvSpPr>
            <p:nvPr/>
          </p:nvSpPr>
          <p:spPr bwMode="auto">
            <a:xfrm>
              <a:off x="2736" y="1778"/>
              <a:ext cx="490" cy="43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5" name="Rectangle 83"/>
            <p:cNvSpPr>
              <a:spLocks noChangeArrowheads="1"/>
            </p:cNvSpPr>
            <p:nvPr/>
          </p:nvSpPr>
          <p:spPr bwMode="auto">
            <a:xfrm>
              <a:off x="2733" y="2721"/>
              <a:ext cx="489" cy="21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8219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122363"/>
            <a:ext cx="1350963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220" name="Picture 8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17625"/>
            <a:ext cx="1143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4300" name="Group 89"/>
          <p:cNvGrpSpPr>
            <a:grpSpLocks/>
          </p:cNvGrpSpPr>
          <p:nvPr/>
        </p:nvGrpSpPr>
        <p:grpSpPr bwMode="auto">
          <a:xfrm>
            <a:off x="5062538" y="5251450"/>
            <a:ext cx="1109662" cy="1095375"/>
            <a:chOff x="-44" y="1473"/>
            <a:chExt cx="981" cy="1105"/>
          </a:xfrm>
        </p:grpSpPr>
        <p:pic>
          <p:nvPicPr>
            <p:cNvPr id="5430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302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8215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0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889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Adaptors communicating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5450" y="4275138"/>
            <a:ext cx="4067175" cy="1935162"/>
          </a:xfrm>
        </p:spPr>
        <p:txBody>
          <a:bodyPr/>
          <a:lstStyle/>
          <a:p>
            <a:pPr>
              <a:defRPr/>
            </a:pPr>
            <a:r>
              <a:rPr lang="en-US" sz="2400" b="1" dirty="0">
                <a:latin typeface="Gill Sans MT" charset="0"/>
                <a:cs typeface="+mn-cs"/>
              </a:rPr>
              <a:t>sending side: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encapsulates datagram in frame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adds error checking bits, flow control, etc.</a:t>
            </a:r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4273550"/>
            <a:ext cx="4090988" cy="1851025"/>
          </a:xfrm>
        </p:spPr>
        <p:txBody>
          <a:bodyPr/>
          <a:lstStyle/>
          <a:p>
            <a:pPr>
              <a:defRPr/>
            </a:pPr>
            <a:r>
              <a:rPr lang="en-US" sz="2400" b="1" dirty="0">
                <a:latin typeface="Gill Sans MT" charset="0"/>
                <a:cs typeface="+mn-cs"/>
              </a:rPr>
              <a:t>receiving side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looks for errors, flow control, etc.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extracts datagram, passes to upper layer at receiving side</a:t>
            </a:r>
          </a:p>
        </p:txBody>
      </p:sp>
      <p:sp>
        <p:nvSpPr>
          <p:cNvPr id="9223" name="Rectangle 27"/>
          <p:cNvSpPr>
            <a:spLocks noChangeArrowheads="1"/>
          </p:cNvSpPr>
          <p:nvPr/>
        </p:nvSpPr>
        <p:spPr bwMode="auto">
          <a:xfrm>
            <a:off x="4113213" y="3394075"/>
            <a:ext cx="1444625" cy="212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4" name="Rectangle 28"/>
          <p:cNvSpPr>
            <a:spLocks noChangeArrowheads="1"/>
          </p:cNvSpPr>
          <p:nvPr/>
        </p:nvSpPr>
        <p:spPr bwMode="auto">
          <a:xfrm>
            <a:off x="1957388" y="1373188"/>
            <a:ext cx="1944687" cy="1770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5" name="Line 29"/>
          <p:cNvSpPr>
            <a:spLocks noChangeShapeType="1"/>
          </p:cNvSpPr>
          <p:nvPr/>
        </p:nvSpPr>
        <p:spPr bwMode="auto">
          <a:xfrm>
            <a:off x="2052638" y="189230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6" name="Rectangle 30"/>
          <p:cNvSpPr>
            <a:spLocks noChangeArrowheads="1"/>
          </p:cNvSpPr>
          <p:nvPr/>
        </p:nvSpPr>
        <p:spPr bwMode="auto">
          <a:xfrm>
            <a:off x="2193925" y="221297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7" name="Rectangle 31"/>
          <p:cNvSpPr>
            <a:spLocks noChangeArrowheads="1"/>
          </p:cNvSpPr>
          <p:nvPr/>
        </p:nvSpPr>
        <p:spPr bwMode="auto">
          <a:xfrm>
            <a:off x="2435225" y="2773363"/>
            <a:ext cx="704850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8" name="Rectangle 32"/>
          <p:cNvSpPr>
            <a:spLocks noChangeArrowheads="1"/>
          </p:cNvSpPr>
          <p:nvPr/>
        </p:nvSpPr>
        <p:spPr bwMode="auto">
          <a:xfrm>
            <a:off x="2435225" y="23018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29" name="Line 33"/>
          <p:cNvSpPr>
            <a:spLocks noChangeShapeType="1"/>
          </p:cNvSpPr>
          <p:nvPr/>
        </p:nvSpPr>
        <p:spPr bwMode="auto">
          <a:xfrm>
            <a:off x="2346325" y="205581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0" name="Line 34"/>
          <p:cNvSpPr>
            <a:spLocks noChangeShapeType="1"/>
          </p:cNvSpPr>
          <p:nvPr/>
        </p:nvSpPr>
        <p:spPr bwMode="auto">
          <a:xfrm flipV="1">
            <a:off x="2763838" y="206216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2228850" y="15017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2" name="Rectangle 36"/>
          <p:cNvSpPr>
            <a:spLocks noChangeArrowheads="1"/>
          </p:cNvSpPr>
          <p:nvPr/>
        </p:nvSpPr>
        <p:spPr bwMode="auto">
          <a:xfrm>
            <a:off x="3095625" y="150336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3" name="Line 37"/>
          <p:cNvSpPr>
            <a:spLocks noChangeShapeType="1"/>
          </p:cNvSpPr>
          <p:nvPr/>
        </p:nvSpPr>
        <p:spPr bwMode="auto">
          <a:xfrm flipH="1" flipV="1">
            <a:off x="2551113" y="1917700"/>
            <a:ext cx="1587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4" name="Line 38"/>
          <p:cNvSpPr>
            <a:spLocks noChangeShapeType="1"/>
          </p:cNvSpPr>
          <p:nvPr/>
        </p:nvSpPr>
        <p:spPr bwMode="auto">
          <a:xfrm flipH="1" flipV="1">
            <a:off x="3475038" y="192087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5" name="Rectangle 39"/>
          <p:cNvSpPr>
            <a:spLocks noChangeArrowheads="1"/>
          </p:cNvSpPr>
          <p:nvPr/>
        </p:nvSpPr>
        <p:spPr bwMode="auto">
          <a:xfrm>
            <a:off x="5832475" y="1430338"/>
            <a:ext cx="1944688" cy="1731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6" name="Rectangle 40"/>
          <p:cNvSpPr>
            <a:spLocks noChangeArrowheads="1"/>
          </p:cNvSpPr>
          <p:nvPr/>
        </p:nvSpPr>
        <p:spPr bwMode="auto">
          <a:xfrm>
            <a:off x="6069013" y="223202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7" name="Rectangle 41"/>
          <p:cNvSpPr>
            <a:spLocks noChangeArrowheads="1"/>
          </p:cNvSpPr>
          <p:nvPr/>
        </p:nvSpPr>
        <p:spPr bwMode="auto">
          <a:xfrm>
            <a:off x="6310313" y="2792413"/>
            <a:ext cx="703262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8" name="Rectangle 42"/>
          <p:cNvSpPr>
            <a:spLocks noChangeArrowheads="1"/>
          </p:cNvSpPr>
          <p:nvPr/>
        </p:nvSpPr>
        <p:spPr bwMode="auto">
          <a:xfrm>
            <a:off x="6310313" y="23209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39" name="Line 43"/>
          <p:cNvSpPr>
            <a:spLocks noChangeShapeType="1"/>
          </p:cNvSpPr>
          <p:nvPr/>
        </p:nvSpPr>
        <p:spPr bwMode="auto">
          <a:xfrm>
            <a:off x="6221413" y="207486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0" name="Line 44"/>
          <p:cNvSpPr>
            <a:spLocks noChangeShapeType="1"/>
          </p:cNvSpPr>
          <p:nvPr/>
        </p:nvSpPr>
        <p:spPr bwMode="auto">
          <a:xfrm flipV="1">
            <a:off x="6638925" y="208121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1" name="Rectangle 45"/>
          <p:cNvSpPr>
            <a:spLocks noChangeArrowheads="1"/>
          </p:cNvSpPr>
          <p:nvPr/>
        </p:nvSpPr>
        <p:spPr bwMode="auto">
          <a:xfrm>
            <a:off x="6103938" y="15208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2" name="Rectangle 46"/>
          <p:cNvSpPr>
            <a:spLocks noChangeArrowheads="1"/>
          </p:cNvSpPr>
          <p:nvPr/>
        </p:nvSpPr>
        <p:spPr bwMode="auto">
          <a:xfrm>
            <a:off x="6970713" y="152241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3" name="Line 47"/>
          <p:cNvSpPr>
            <a:spLocks noChangeShapeType="1"/>
          </p:cNvSpPr>
          <p:nvPr/>
        </p:nvSpPr>
        <p:spPr bwMode="auto">
          <a:xfrm flipH="1" flipV="1">
            <a:off x="6426200" y="1936750"/>
            <a:ext cx="1588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4" name="Line 48"/>
          <p:cNvSpPr>
            <a:spLocks noChangeShapeType="1"/>
          </p:cNvSpPr>
          <p:nvPr/>
        </p:nvSpPr>
        <p:spPr bwMode="auto">
          <a:xfrm flipH="1" flipV="1">
            <a:off x="7350125" y="193992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5" name="Text Box 49"/>
          <p:cNvSpPr txBox="1">
            <a:spLocks noChangeArrowheads="1"/>
          </p:cNvSpPr>
          <p:nvPr/>
        </p:nvSpPr>
        <p:spPr bwMode="auto">
          <a:xfrm>
            <a:off x="1935163" y="3059113"/>
            <a:ext cx="1335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sending host</a:t>
            </a:r>
          </a:p>
        </p:txBody>
      </p:sp>
      <p:sp>
        <p:nvSpPr>
          <p:cNvPr id="9246" name="Text Box 50"/>
          <p:cNvSpPr txBox="1">
            <a:spLocks noChangeArrowheads="1"/>
          </p:cNvSpPr>
          <p:nvPr/>
        </p:nvSpPr>
        <p:spPr bwMode="auto">
          <a:xfrm>
            <a:off x="5727700" y="3057525"/>
            <a:ext cx="1438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receiving host</a:t>
            </a:r>
          </a:p>
        </p:txBody>
      </p:sp>
      <p:sp>
        <p:nvSpPr>
          <p:cNvPr id="9247" name="Rectangle 51"/>
          <p:cNvSpPr>
            <a:spLocks noChangeArrowheads="1"/>
          </p:cNvSpPr>
          <p:nvPr/>
        </p:nvSpPr>
        <p:spPr bwMode="auto">
          <a:xfrm>
            <a:off x="1512888" y="1966913"/>
            <a:ext cx="717550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8" name="Text Box 52"/>
          <p:cNvSpPr txBox="1">
            <a:spLocks noChangeArrowheads="1"/>
          </p:cNvSpPr>
          <p:nvPr/>
        </p:nvSpPr>
        <p:spPr bwMode="auto">
          <a:xfrm>
            <a:off x="1476375" y="1922463"/>
            <a:ext cx="8255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49" name="Line 53"/>
          <p:cNvSpPr>
            <a:spLocks noChangeShapeType="1"/>
          </p:cNvSpPr>
          <p:nvPr/>
        </p:nvSpPr>
        <p:spPr bwMode="auto">
          <a:xfrm>
            <a:off x="5961063" y="1870075"/>
            <a:ext cx="0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0" name="Rectangle 54"/>
          <p:cNvSpPr>
            <a:spLocks noChangeArrowheads="1"/>
          </p:cNvSpPr>
          <p:nvPr/>
        </p:nvSpPr>
        <p:spPr bwMode="auto">
          <a:xfrm>
            <a:off x="5422900" y="1985963"/>
            <a:ext cx="715963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1" name="Text Box 55"/>
          <p:cNvSpPr txBox="1">
            <a:spLocks noChangeArrowheads="1"/>
          </p:cNvSpPr>
          <p:nvPr/>
        </p:nvSpPr>
        <p:spPr bwMode="auto">
          <a:xfrm>
            <a:off x="5386388" y="1941513"/>
            <a:ext cx="823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56355" name="Freeform 56"/>
          <p:cNvSpPr>
            <a:spLocks/>
          </p:cNvSpPr>
          <p:nvPr/>
        </p:nvSpPr>
        <p:spPr bwMode="auto">
          <a:xfrm>
            <a:off x="2768600" y="2903538"/>
            <a:ext cx="3883025" cy="447675"/>
          </a:xfrm>
          <a:custGeom>
            <a:avLst/>
            <a:gdLst>
              <a:gd name="T0" fmla="*/ 0 w 2597"/>
              <a:gd name="T1" fmla="*/ 0 h 384"/>
              <a:gd name="T2" fmla="*/ 0 w 2597"/>
              <a:gd name="T3" fmla="*/ 2147483647 h 384"/>
              <a:gd name="T4" fmla="*/ 2147483647 w 2597"/>
              <a:gd name="T5" fmla="*/ 2147483647 h 384"/>
              <a:gd name="T6" fmla="*/ 2147483647 w 2597"/>
              <a:gd name="T7" fmla="*/ 2147483647 h 3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7" h="384">
                <a:moveTo>
                  <a:pt x="0" y="0"/>
                </a:moveTo>
                <a:lnTo>
                  <a:pt x="0" y="384"/>
                </a:lnTo>
                <a:lnTo>
                  <a:pt x="2597" y="384"/>
                </a:lnTo>
                <a:lnTo>
                  <a:pt x="2597" y="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53" name="Rectangle 57"/>
          <p:cNvSpPr>
            <a:spLocks noChangeArrowheads="1"/>
          </p:cNvSpPr>
          <p:nvPr/>
        </p:nvSpPr>
        <p:spPr bwMode="auto">
          <a:xfrm>
            <a:off x="4681538" y="3419475"/>
            <a:ext cx="717550" cy="16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4" name="Text Box 58"/>
          <p:cNvSpPr txBox="1">
            <a:spLocks noChangeArrowheads="1"/>
          </p:cNvSpPr>
          <p:nvPr/>
        </p:nvSpPr>
        <p:spPr bwMode="auto">
          <a:xfrm>
            <a:off x="4654550" y="3375025"/>
            <a:ext cx="823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55" name="Line 59"/>
          <p:cNvSpPr>
            <a:spLocks noChangeShapeType="1"/>
          </p:cNvSpPr>
          <p:nvPr/>
        </p:nvSpPr>
        <p:spPr bwMode="auto">
          <a:xfrm>
            <a:off x="5654675" y="3511550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6" name="Text Box 60"/>
          <p:cNvSpPr txBox="1">
            <a:spLocks noChangeArrowheads="1"/>
          </p:cNvSpPr>
          <p:nvPr/>
        </p:nvSpPr>
        <p:spPr bwMode="auto">
          <a:xfrm>
            <a:off x="2244725" y="3668713"/>
            <a:ext cx="704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9257" name="Line 61"/>
          <p:cNvSpPr>
            <a:spLocks noChangeShapeType="1"/>
          </p:cNvSpPr>
          <p:nvPr/>
        </p:nvSpPr>
        <p:spPr bwMode="auto">
          <a:xfrm flipV="1">
            <a:off x="2873375" y="3575050"/>
            <a:ext cx="1155700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6361" name="Picture 6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914400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7030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7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71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Multiple Access Links &amp; Protocols</a:t>
            </a:r>
            <a:endParaRPr lang="en-US" sz="4800" dirty="0">
              <a:latin typeface="Gill Sans MT" charset="0"/>
              <a:cs typeface="+mj-cs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25" y="1085279"/>
            <a:ext cx="7772400" cy="375250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Two types of network </a:t>
            </a:r>
            <a:r>
              <a:rPr lang="ja-JP" altLang="en-US" dirty="0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links</a:t>
            </a:r>
            <a:r>
              <a:rPr lang="ja-JP" altLang="en-US" dirty="0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:</a:t>
            </a:r>
          </a:p>
          <a:p>
            <a:pPr>
              <a:buFont typeface="Wingdings" charset="0"/>
              <a:buNone/>
              <a:defRPr/>
            </a:pPr>
            <a:endParaRPr lang="en-US" sz="1400" dirty="0">
              <a:latin typeface="Gill Sans MT" charset="0"/>
              <a:cs typeface="+mn-cs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point-to-point</a:t>
            </a:r>
          </a:p>
          <a:p>
            <a:pPr lvl="1">
              <a:defRPr/>
            </a:pPr>
            <a:r>
              <a:rPr lang="en-GB" sz="2000" dirty="0">
                <a:latin typeface="Gill Sans MT" charset="0"/>
              </a:rPr>
              <a:t>A </a:t>
            </a:r>
            <a:r>
              <a:rPr lang="en-GB" sz="2000" b="1" dirty="0">
                <a:latin typeface="Gill Sans MT" charset="0"/>
              </a:rPr>
              <a:t>single sender</a:t>
            </a:r>
            <a:r>
              <a:rPr lang="en-GB" sz="2000" dirty="0">
                <a:latin typeface="Gill Sans MT" charset="0"/>
              </a:rPr>
              <a:t> at one end of the link and a </a:t>
            </a:r>
            <a:r>
              <a:rPr lang="en-GB" sz="2000" b="1" dirty="0">
                <a:latin typeface="Gill Sans MT" charset="0"/>
              </a:rPr>
              <a:t>single receiver </a:t>
            </a:r>
            <a:r>
              <a:rPr lang="en-GB" sz="2000" dirty="0">
                <a:latin typeface="Gill Sans MT" charset="0"/>
              </a:rPr>
              <a:t>at the other end of the link </a:t>
            </a:r>
          </a:p>
          <a:p>
            <a:pPr lvl="1">
              <a:defRPr/>
            </a:pPr>
            <a:r>
              <a:rPr lang="en-GB" sz="2000" dirty="0">
                <a:latin typeface="Gill Sans MT" charset="0"/>
              </a:rPr>
              <a:t>E.g. </a:t>
            </a:r>
            <a:r>
              <a:rPr lang="en-US" sz="2000" dirty="0">
                <a:latin typeface="Gill Sans MT" charset="0"/>
              </a:rPr>
              <a:t>point-to-point link between an Ethernet switch and host</a:t>
            </a:r>
          </a:p>
          <a:p>
            <a:pPr lvl="1">
              <a:defRPr/>
            </a:pPr>
            <a:endParaRPr lang="en-US" sz="1200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broadcast (shared transmission medium)</a:t>
            </a:r>
          </a:p>
          <a:p>
            <a:pPr lvl="1">
              <a:defRPr/>
            </a:pPr>
            <a:r>
              <a:rPr lang="en-GB" sz="2000" b="1" dirty="0">
                <a:latin typeface="Gill Sans MT" charset="0"/>
              </a:rPr>
              <a:t>Multiple sending and receiving nodes all connected to the same, single, shared broadcast channel</a:t>
            </a:r>
            <a:r>
              <a:rPr lang="en-GB" sz="2000" dirty="0">
                <a:latin typeface="Gill Sans MT" charset="0"/>
              </a:rPr>
              <a:t>.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E.g. Ethernet (802.3), Wireless LAN (802.11)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847725" y="5998655"/>
            <a:ext cx="16017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wire (e.g.,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cabled Ethernet)</a:t>
            </a:r>
          </a:p>
        </p:txBody>
      </p:sp>
      <p:sp>
        <p:nvSpPr>
          <p:cNvPr id="17416" name="Text Box 6"/>
          <p:cNvSpPr txBox="1">
            <a:spLocks noChangeArrowheads="1"/>
          </p:cNvSpPr>
          <p:nvPr/>
        </p:nvSpPr>
        <p:spPr bwMode="auto">
          <a:xfrm>
            <a:off x="2781300" y="6000242"/>
            <a:ext cx="16906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 (e.g., 802.11 WiFi)</a:t>
            </a:r>
          </a:p>
        </p:txBody>
      </p:sp>
      <p:sp>
        <p:nvSpPr>
          <p:cNvPr id="17417" name="Text Box 7"/>
          <p:cNvSpPr txBox="1">
            <a:spLocks noChangeArrowheads="1"/>
          </p:cNvSpPr>
          <p:nvPr/>
        </p:nvSpPr>
        <p:spPr bwMode="auto">
          <a:xfrm>
            <a:off x="5173642" y="5976326"/>
            <a:ext cx="10112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(satellite) </a:t>
            </a:r>
          </a:p>
        </p:txBody>
      </p:sp>
      <p:sp>
        <p:nvSpPr>
          <p:cNvPr id="17419" name="Line 173"/>
          <p:cNvSpPr>
            <a:spLocks noChangeShapeType="1"/>
          </p:cNvSpPr>
          <p:nvPr/>
        </p:nvSpPr>
        <p:spPr bwMode="auto">
          <a:xfrm flipH="1">
            <a:off x="1447592" y="4923759"/>
            <a:ext cx="466725" cy="89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0" name="Line 174"/>
          <p:cNvSpPr>
            <a:spLocks noChangeShapeType="1"/>
          </p:cNvSpPr>
          <p:nvPr/>
        </p:nvSpPr>
        <p:spPr bwMode="auto">
          <a:xfrm>
            <a:off x="1710055" y="4994275"/>
            <a:ext cx="2428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1" name="Line 175"/>
          <p:cNvSpPr>
            <a:spLocks noChangeShapeType="1"/>
          </p:cNvSpPr>
          <p:nvPr/>
        </p:nvSpPr>
        <p:spPr bwMode="auto">
          <a:xfrm>
            <a:off x="1392238" y="5330825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18" name="Group 382"/>
          <p:cNvGrpSpPr>
            <a:grpSpLocks/>
          </p:cNvGrpSpPr>
          <p:nvPr/>
        </p:nvGrpSpPr>
        <p:grpSpPr bwMode="auto">
          <a:xfrm>
            <a:off x="5028007" y="5596641"/>
            <a:ext cx="288925" cy="220663"/>
            <a:chOff x="2274" y="2821"/>
            <a:chExt cx="215" cy="238"/>
          </a:xfrm>
        </p:grpSpPr>
        <p:sp>
          <p:nvSpPr>
            <p:cNvPr id="72903" name="Freeform 383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4" name="Line 384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5" name="Freeform 385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6" name="Line 386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7" name="Freeform 387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8" name="Line 388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9" name="Freeform 389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0" name="Freeform 390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1" name="Rectangle 391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2" name="Freeform 392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3" name="Line 393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4" name="Line 394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5" name="Line 395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6" name="Freeform 396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19" name="Group 398"/>
          <p:cNvGrpSpPr>
            <a:grpSpLocks/>
          </p:cNvGrpSpPr>
          <p:nvPr/>
        </p:nvGrpSpPr>
        <p:grpSpPr bwMode="auto">
          <a:xfrm>
            <a:off x="5534419" y="5577591"/>
            <a:ext cx="223838" cy="254000"/>
            <a:chOff x="2274" y="2821"/>
            <a:chExt cx="215" cy="238"/>
          </a:xfrm>
        </p:grpSpPr>
        <p:sp>
          <p:nvSpPr>
            <p:cNvPr id="72889" name="Freeform 399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0" name="Line 400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1" name="Freeform 401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2" name="Line 402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3" name="Freeform 403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4" name="Line 404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5" name="Freeform 405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6" name="Freeform 406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7" name="Rectangle 407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8" name="Freeform 408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9" name="Line 409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0" name="Line 410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1" name="Line 411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2" name="Freeform 412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0" name="Group 413"/>
          <p:cNvGrpSpPr>
            <a:grpSpLocks/>
          </p:cNvGrpSpPr>
          <p:nvPr/>
        </p:nvGrpSpPr>
        <p:grpSpPr bwMode="auto">
          <a:xfrm flipH="1">
            <a:off x="5913832" y="5606166"/>
            <a:ext cx="298450" cy="211138"/>
            <a:chOff x="2274" y="2821"/>
            <a:chExt cx="215" cy="238"/>
          </a:xfrm>
        </p:grpSpPr>
        <p:sp>
          <p:nvSpPr>
            <p:cNvPr id="72875" name="Freeform 414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6" name="Line 415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7" name="Freeform 416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8" name="Line 417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9" name="Freeform 418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0" name="Line 419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1" name="Freeform 420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2" name="Freeform 421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3" name="Rectangle 422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4" name="Freeform 423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5" name="Line 424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6" name="Line 425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7" name="Line 426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8" name="Freeform 427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72721" name="Picture 429" descr="MMj03957750000[1]"/>
          <p:cNvPicPr>
            <a:picLocks noChangeAspect="1" noChangeArrowheads="1" noCrop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755" y="5029207"/>
            <a:ext cx="561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8" name="Line 434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9" name="Line 435"/>
          <p:cNvSpPr>
            <a:spLocks noChangeShapeType="1"/>
          </p:cNvSpPr>
          <p:nvPr/>
        </p:nvSpPr>
        <p:spPr bwMode="auto">
          <a:xfrm>
            <a:off x="1452563" y="5648640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0" name="Line 436"/>
          <p:cNvSpPr>
            <a:spLocks noChangeShapeType="1"/>
          </p:cNvSpPr>
          <p:nvPr/>
        </p:nvSpPr>
        <p:spPr bwMode="auto">
          <a:xfrm>
            <a:off x="1639888" y="5264150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26" name="Group 506"/>
          <p:cNvGrpSpPr>
            <a:grpSpLocks/>
          </p:cNvGrpSpPr>
          <p:nvPr/>
        </p:nvGrpSpPr>
        <p:grpSpPr bwMode="auto">
          <a:xfrm flipH="1">
            <a:off x="977900" y="5408549"/>
            <a:ext cx="501650" cy="512763"/>
            <a:chOff x="2839" y="3501"/>
            <a:chExt cx="755" cy="803"/>
          </a:xfrm>
        </p:grpSpPr>
        <p:pic>
          <p:nvPicPr>
            <p:cNvPr id="72873" name="Picture 507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74" name="Freeform 50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27" name="Group 621"/>
          <p:cNvGrpSpPr>
            <a:grpSpLocks/>
          </p:cNvGrpSpPr>
          <p:nvPr/>
        </p:nvGrpSpPr>
        <p:grpSpPr bwMode="auto">
          <a:xfrm>
            <a:off x="2854702" y="4843572"/>
            <a:ext cx="635000" cy="485775"/>
            <a:chOff x="3061" y="2530"/>
            <a:chExt cx="400" cy="306"/>
          </a:xfrm>
        </p:grpSpPr>
        <p:grpSp>
          <p:nvGrpSpPr>
            <p:cNvPr id="72842" name="Group 49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67" name="Freeform 49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8" name="Freeform 49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9" name="Freeform 49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0" name="Freeform 49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1" name="Freeform 49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2" name="Freeform 50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43" name="Picture 549" descr="laptop_keyboar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4" name="Freeform 550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45" name="Picture 551" descr="screen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6" name="Freeform 552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7" name="Freeform 553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8" name="Freeform 554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9" name="Freeform 555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0" name="Freeform 556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1" name="Freeform 557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52" name="Group 558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861" name="Freeform 559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2" name="Freeform 560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3" name="Freeform 561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4" name="Freeform 562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5" name="Freeform 563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6" name="Freeform 564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53" name="Freeform 565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4" name="Freeform 566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5" name="Freeform 567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6" name="Freeform 568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7" name="Freeform 569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8" name="Freeform 570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9" name="Freeform 589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60" name="Freeform 590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8" name="Group 632"/>
          <p:cNvGrpSpPr>
            <a:grpSpLocks/>
          </p:cNvGrpSpPr>
          <p:nvPr/>
        </p:nvGrpSpPr>
        <p:grpSpPr bwMode="auto">
          <a:xfrm>
            <a:off x="3926037" y="4975587"/>
            <a:ext cx="536575" cy="401637"/>
            <a:chOff x="3328" y="2543"/>
            <a:chExt cx="338" cy="253"/>
          </a:xfrm>
        </p:grpSpPr>
        <p:grpSp>
          <p:nvGrpSpPr>
            <p:cNvPr id="72815" name="Group 487"/>
            <p:cNvGrpSpPr>
              <a:grpSpLocks/>
            </p:cNvGrpSpPr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72836" name="Freeform 488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7" name="Freeform 489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8" name="Freeform 490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9" name="Freeform 491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0" name="Freeform 492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1" name="Freeform 493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16" name="Picture 571" descr="laptop_keyboar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7" name="Freeform 572"/>
            <p:cNvSpPr>
              <a:spLocks/>
            </p:cNvSpPr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18" name="Picture 573" descr="screen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9" name="Freeform 574"/>
            <p:cNvSpPr>
              <a:spLocks/>
            </p:cNvSpPr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0" name="Freeform 575"/>
            <p:cNvSpPr>
              <a:spLocks/>
            </p:cNvSpPr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1" name="Freeform 576"/>
            <p:cNvSpPr>
              <a:spLocks/>
            </p:cNvSpPr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2" name="Freeform 577"/>
            <p:cNvSpPr>
              <a:spLocks/>
            </p:cNvSpPr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3" name="Freeform 578"/>
            <p:cNvSpPr>
              <a:spLocks/>
            </p:cNvSpPr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4" name="Freeform 579"/>
            <p:cNvSpPr>
              <a:spLocks/>
            </p:cNvSpPr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25" name="Group 580"/>
            <p:cNvGrpSpPr>
              <a:grpSpLocks/>
            </p:cNvGrpSpPr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72830" name="Freeform 58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1" name="Freeform 58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2" name="Freeform 58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3" name="Freeform 58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4" name="Freeform 58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5" name="Freeform 58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26" name="Freeform 587"/>
            <p:cNvSpPr>
              <a:spLocks/>
            </p:cNvSpPr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7" name="Freeform 588"/>
            <p:cNvSpPr>
              <a:spLocks/>
            </p:cNvSpPr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8" name="Freeform 591"/>
            <p:cNvSpPr>
              <a:spLocks/>
            </p:cNvSpPr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9" name="Freeform 592"/>
            <p:cNvSpPr>
              <a:spLocks/>
            </p:cNvSpPr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9" name="Group 631"/>
          <p:cNvGrpSpPr>
            <a:grpSpLocks/>
          </p:cNvGrpSpPr>
          <p:nvPr/>
        </p:nvGrpSpPr>
        <p:grpSpPr bwMode="auto">
          <a:xfrm>
            <a:off x="3393658" y="5114418"/>
            <a:ext cx="585788" cy="419100"/>
            <a:chOff x="5096" y="2218"/>
            <a:chExt cx="369" cy="264"/>
          </a:xfrm>
        </p:grpSpPr>
        <p:grpSp>
          <p:nvGrpSpPr>
            <p:cNvPr id="72806" name="Group 622"/>
            <p:cNvGrpSpPr>
              <a:grpSpLocks/>
            </p:cNvGrpSpPr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72809" name="Freeform 623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0" name="Freeform 624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1" name="Freeform 625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2" name="Freeform 626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3" name="Freeform 627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4" name="Freeform 628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07" name="Picture 629" descr="access_point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8" name="Picture 630" descr="access_point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2730" name="Group 633"/>
          <p:cNvGrpSpPr>
            <a:grpSpLocks/>
          </p:cNvGrpSpPr>
          <p:nvPr/>
        </p:nvGrpSpPr>
        <p:grpSpPr bwMode="auto">
          <a:xfrm>
            <a:off x="3009900" y="5357305"/>
            <a:ext cx="635000" cy="485775"/>
            <a:chOff x="3061" y="2530"/>
            <a:chExt cx="400" cy="306"/>
          </a:xfrm>
        </p:grpSpPr>
        <p:grpSp>
          <p:nvGrpSpPr>
            <p:cNvPr id="72775" name="Group 63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00" name="Freeform 63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1" name="Freeform 63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2" name="Freeform 63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3" name="Freeform 63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4" name="Freeform 63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5" name="Freeform 64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76" name="Picture 641" descr="laptop_keyboard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7" name="Freeform 642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78" name="Picture 643" descr="screen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9" name="Freeform 644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0" name="Freeform 645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1" name="Freeform 646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2" name="Freeform 647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3" name="Freeform 648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4" name="Freeform 649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85" name="Group 650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94" name="Freeform 65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5" name="Freeform 65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6" name="Freeform 65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7" name="Freeform 65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8" name="Freeform 65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9" name="Freeform 65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86" name="Freeform 657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7" name="Freeform 658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8" name="Freeform 659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9" name="Freeform 660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0" name="Freeform 661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1" name="Freeform 662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2" name="Freeform 663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3" name="Freeform 664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2" name="Group 699"/>
          <p:cNvGrpSpPr>
            <a:grpSpLocks/>
          </p:cNvGrpSpPr>
          <p:nvPr/>
        </p:nvGrpSpPr>
        <p:grpSpPr bwMode="auto">
          <a:xfrm flipH="1">
            <a:off x="1131888" y="4964049"/>
            <a:ext cx="501650" cy="512763"/>
            <a:chOff x="2839" y="3501"/>
            <a:chExt cx="755" cy="803"/>
          </a:xfrm>
        </p:grpSpPr>
        <p:pic>
          <p:nvPicPr>
            <p:cNvPr id="72742" name="Picture 700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3" name="Freeform 7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4" name="Group 705"/>
          <p:cNvGrpSpPr>
            <a:grpSpLocks/>
          </p:cNvGrpSpPr>
          <p:nvPr/>
        </p:nvGrpSpPr>
        <p:grpSpPr bwMode="auto">
          <a:xfrm>
            <a:off x="1955800" y="4924362"/>
            <a:ext cx="501650" cy="512762"/>
            <a:chOff x="2839" y="3501"/>
            <a:chExt cx="755" cy="803"/>
          </a:xfrm>
        </p:grpSpPr>
        <p:pic>
          <p:nvPicPr>
            <p:cNvPr id="72738" name="Picture 706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9" name="Freeform 707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5" name="Group 708"/>
          <p:cNvGrpSpPr>
            <a:grpSpLocks/>
          </p:cNvGrpSpPr>
          <p:nvPr/>
        </p:nvGrpSpPr>
        <p:grpSpPr bwMode="auto">
          <a:xfrm>
            <a:off x="1757363" y="5364099"/>
            <a:ext cx="501650" cy="512763"/>
            <a:chOff x="2839" y="3501"/>
            <a:chExt cx="755" cy="803"/>
          </a:xfrm>
        </p:grpSpPr>
        <p:pic>
          <p:nvPicPr>
            <p:cNvPr id="72736" name="Picture 709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7" name="Freeform 710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2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559746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7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71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Multiple Access Links &amp; Protocols</a:t>
            </a:r>
            <a:endParaRPr lang="en-US" sz="4800" dirty="0">
              <a:latin typeface="Gill Sans MT" charset="0"/>
              <a:cs typeface="+mj-cs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25" y="1085279"/>
            <a:ext cx="7772400" cy="375250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endParaRPr lang="en-GB" sz="16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GB" dirty="0">
                <a:latin typeface="Gill Sans MT" charset="0"/>
                <a:cs typeface="+mn-cs"/>
              </a:rPr>
              <a:t>Common mediums “links”</a:t>
            </a:r>
            <a:r>
              <a:rPr lang="en-US" dirty="0">
                <a:latin typeface="Gill Sans MT" charset="0"/>
                <a:cs typeface="+mn-cs"/>
              </a:rPr>
              <a:t>:</a:t>
            </a:r>
          </a:p>
          <a:p>
            <a:pPr>
              <a:buFont typeface="Wingdings" charset="0"/>
              <a:buNone/>
              <a:defRPr/>
            </a:pPr>
            <a:endParaRPr lang="en-US" sz="1400" dirty="0">
              <a:latin typeface="Gill Sans MT" charset="0"/>
              <a:cs typeface="+mn-c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Gill Sans MT" charset="0"/>
              </a:rPr>
              <a:t>Ethernet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Gill Sans MT" charset="0"/>
              </a:rPr>
              <a:t>Wi-Fi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Gill Sans MT" charset="0"/>
              </a:rPr>
              <a:t>Bluetooth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800" dirty="0" err="1">
                <a:latin typeface="Gill Sans MT" charset="0"/>
              </a:rPr>
              <a:t>Fibre</a:t>
            </a:r>
            <a:r>
              <a:rPr lang="en-US" sz="2800" dirty="0">
                <a:latin typeface="Gill Sans MT" charset="0"/>
              </a:rPr>
              <a:t>-Distributed Data Interface (FDDI)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Gill Sans MT" charset="0"/>
              </a:rPr>
              <a:t>Token ring</a:t>
            </a:r>
          </a:p>
        </p:txBody>
      </p:sp>
      <p:sp>
        <p:nvSpPr>
          <p:cNvPr id="2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2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32324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91948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360136" y="12192"/>
            <a:ext cx="819283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Multiple Access Links &amp; Protocols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273366"/>
            <a:ext cx="8396287" cy="505428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sz="2400" dirty="0">
                <a:solidFill>
                  <a:srgbClr val="FF0000"/>
                </a:solidFill>
                <a:latin typeface="Gill Sans MT" charset="0"/>
                <a:cs typeface="+mn-cs"/>
              </a:rPr>
              <a:t>Data Link Layer problem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How to coordinate the access of multiple sending and receiving devices to a shared broadcast channel = </a:t>
            </a:r>
            <a:r>
              <a:rPr lang="en-GB" sz="2400" dirty="0">
                <a:solidFill>
                  <a:srgbClr val="FF0000"/>
                </a:solidFill>
                <a:latin typeface="Gill Sans MT" charset="0"/>
                <a:cs typeface="+mn-cs"/>
              </a:rPr>
              <a:t>Multiple access problem</a:t>
            </a:r>
          </a:p>
          <a:p>
            <a:pPr marL="0" indent="0">
              <a:buNone/>
              <a:defRPr/>
            </a:pPr>
            <a:endParaRPr lang="en-US" sz="2400" dirty="0">
              <a:latin typeface="Gill Sans MT" charset="0"/>
              <a:cs typeface="+mn-cs"/>
            </a:endParaRPr>
          </a:p>
          <a:p>
            <a:pPr marL="0" indent="0">
              <a:buNone/>
              <a:defRPr/>
            </a:pPr>
            <a:r>
              <a:rPr lang="en-GB" sz="2400" dirty="0">
                <a:solidFill>
                  <a:srgbClr val="FF0000"/>
                </a:solidFill>
                <a:latin typeface="Gill Sans MT" charset="0"/>
                <a:cs typeface="+mn-cs"/>
              </a:rPr>
              <a:t>How?</a:t>
            </a:r>
            <a:endParaRPr lang="en-US" sz="2400" dirty="0">
              <a:latin typeface="Gill Sans MT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Two or more </a:t>
            </a:r>
            <a:r>
              <a:rPr lang="en-GB" sz="2400" dirty="0">
                <a:latin typeface="Gill Sans MT" charset="0"/>
                <a:cs typeface="+mn-cs"/>
              </a:rPr>
              <a:t>devices may transmit frames at the same time.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When this happens, a node may receive multiple frames at the same time causing the transmitted frames to collide at the receiver’s end = </a:t>
            </a:r>
            <a:r>
              <a:rPr lang="en-GB" sz="2400" dirty="0">
                <a:solidFill>
                  <a:srgbClr val="FF0000"/>
                </a:solidFill>
                <a:latin typeface="Gill Sans MT" charset="0"/>
                <a:cs typeface="+mn-cs"/>
              </a:rPr>
              <a:t>Collision!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Typically, when there is a collision, the receiving nodes cannot decode the frames that were transmitted as the signals of the colliding frames become corrupted.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Thus, all the frames involved in the collision are lost!</a:t>
            </a: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45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27" y="896887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231648" y="13444"/>
            <a:ext cx="8773161" cy="1143000"/>
          </a:xfrm>
        </p:spPr>
        <p:txBody>
          <a:bodyPr/>
          <a:lstStyle/>
          <a:p>
            <a:pPr>
              <a:defRPr/>
            </a:pPr>
            <a:r>
              <a:rPr lang="en-US" sz="3800" dirty="0">
                <a:latin typeface="Gill Sans MT" charset="0"/>
                <a:cs typeface="+mj-cs"/>
              </a:rPr>
              <a:t>Multiple Access Protocols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2336" y="1129089"/>
            <a:ext cx="8510016" cy="4028127"/>
          </a:xfrm>
        </p:spPr>
        <p:txBody>
          <a:bodyPr/>
          <a:lstStyle/>
          <a:p>
            <a:pPr algn="just">
              <a:buNone/>
              <a:defRPr/>
            </a:pPr>
            <a:endParaRPr lang="en-US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algn="just"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Multiple Access Protocols were implemented to coordinate the data transmission of devices on a shared network to minimize or avoid collisions. </a:t>
            </a:r>
          </a:p>
          <a:p>
            <a:pPr algn="just">
              <a:buNone/>
              <a:defRPr/>
            </a:pPr>
            <a:endParaRPr lang="en-US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It is a distributed algorithm that determines how devices share a channel, </a:t>
            </a:r>
            <a:r>
              <a:rPr lang="en-US" sz="2400" dirty="0" err="1">
                <a:latin typeface="Gill Sans MT" charset="0"/>
                <a:cs typeface="+mn-cs"/>
              </a:rPr>
              <a:t>i.e</a:t>
            </a:r>
            <a:r>
              <a:rPr lang="en-US" sz="2400" dirty="0">
                <a:latin typeface="Gill Sans MT" charset="0"/>
                <a:cs typeface="+mn-cs"/>
              </a:rPr>
              <a:t> determines when a device can transmit.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Communication about channel access/sharing is done over the same shared channel.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477548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27" y="896887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231648" y="13444"/>
            <a:ext cx="8773161" cy="1143000"/>
          </a:xfrm>
        </p:spPr>
        <p:txBody>
          <a:bodyPr/>
          <a:lstStyle/>
          <a:p>
            <a:pPr>
              <a:defRPr/>
            </a:pPr>
            <a:r>
              <a:rPr lang="en-US" sz="3800" dirty="0">
                <a:latin typeface="Gill Sans MT" charset="0"/>
                <a:cs typeface="+mj-cs"/>
              </a:rPr>
              <a:t>Multiple Access Protocols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315DD5B-1FD0-6D24-3DA7-8178EB1A2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63" y="1742294"/>
            <a:ext cx="8350791" cy="48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lvl="1">
              <a:buFont typeface="Wingdings" charset="0"/>
              <a:buNone/>
              <a:defRPr/>
            </a:pPr>
            <a:endParaRPr lang="en-US" sz="1600" kern="0" dirty="0">
              <a:latin typeface="Gill Sans MT" charset="0"/>
            </a:endParaRPr>
          </a:p>
          <a:p>
            <a:pPr marL="914400" lvl="1" indent="-457200">
              <a:buFont typeface="Wingdings" charset="0"/>
              <a:buAutoNum type="arabicPeriod"/>
              <a:defRPr/>
            </a:pPr>
            <a:r>
              <a:rPr lang="en-US" b="1" kern="0" dirty="0">
                <a:solidFill>
                  <a:schemeClr val="accent2"/>
                </a:solidFill>
                <a:latin typeface="Gill Sans MT" charset="0"/>
              </a:rPr>
              <a:t>Efficient</a:t>
            </a:r>
          </a:p>
          <a:p>
            <a:pPr marL="457200" lvl="1" indent="0">
              <a:buNone/>
              <a:defRPr/>
            </a:pPr>
            <a:r>
              <a:rPr lang="en-US" kern="0" dirty="0">
                <a:latin typeface="Gill Sans MT" charset="0"/>
              </a:rPr>
              <a:t>If only one device wants to send → it can use the full channel capacity.</a:t>
            </a:r>
          </a:p>
          <a:p>
            <a:pPr marL="457200" lvl="1" indent="0">
              <a:buNone/>
              <a:defRPr/>
            </a:pPr>
            <a:endParaRPr lang="en-US" sz="1200" kern="0" dirty="0"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b="1" kern="0" dirty="0">
                <a:solidFill>
                  <a:schemeClr val="accent2"/>
                </a:solidFill>
                <a:latin typeface="Gill Sans MT" charset="0"/>
              </a:rPr>
              <a:t>2. Fair</a:t>
            </a:r>
          </a:p>
          <a:p>
            <a:pPr marL="457200" lvl="1" indent="0">
              <a:buNone/>
              <a:defRPr/>
            </a:pPr>
            <a:r>
              <a:rPr lang="en-US" kern="0" dirty="0">
                <a:latin typeface="Gill Sans MT" charset="0"/>
              </a:rPr>
              <a:t>If multiple devices want to send → each gets a fair share of the channel</a:t>
            </a:r>
          </a:p>
          <a:p>
            <a:pPr lvl="1">
              <a:buFont typeface="Wingdings" charset="0"/>
              <a:buNone/>
              <a:defRPr/>
            </a:pPr>
            <a:r>
              <a:rPr lang="en-US" b="1" kern="0" dirty="0">
                <a:solidFill>
                  <a:schemeClr val="accent2"/>
                </a:solidFill>
                <a:latin typeface="Gill Sans MT" charset="0"/>
              </a:rPr>
              <a:t>3. Fully decentralized:</a:t>
            </a:r>
          </a:p>
          <a:p>
            <a:pPr lvl="1">
              <a:buFont typeface="Wingdings" charset="0"/>
              <a:buNone/>
              <a:defRPr/>
            </a:pPr>
            <a:r>
              <a:rPr lang="en-US" sz="2400" kern="0" dirty="0">
                <a:latin typeface="Gill Sans MT" charset="0"/>
              </a:rPr>
              <a:t>no special node to coordinate transmissions</a:t>
            </a:r>
          </a:p>
          <a:p>
            <a:pPr lvl="1">
              <a:buNone/>
              <a:defRPr/>
            </a:pPr>
            <a:r>
              <a:rPr lang="en-US" b="1" kern="0" dirty="0">
                <a:solidFill>
                  <a:schemeClr val="accent2"/>
                </a:solidFill>
                <a:latin typeface="Gill Sans MT" charset="0"/>
              </a:rPr>
              <a:t>4. Simple</a:t>
            </a:r>
          </a:p>
          <a:p>
            <a:pPr marL="457200" lvl="1" indent="0">
              <a:buNone/>
              <a:defRPr/>
            </a:pPr>
            <a:r>
              <a:rPr lang="en-US" kern="0" dirty="0">
                <a:latin typeface="Gill Sans MT" charset="0"/>
              </a:rPr>
              <a:t>Rules are easy to implement and follow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25AB6F4-C031-38F0-5536-1EE6A6C53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04" y="1323727"/>
            <a:ext cx="8608205" cy="716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pPr>
              <a:defRPr/>
            </a:pPr>
            <a:r>
              <a:rPr lang="en-US" sz="3200" u="sng" kern="0" dirty="0">
                <a:solidFill>
                  <a:srgbClr val="FF0000"/>
                </a:solidFill>
                <a:latin typeface="Gill Sans MT" charset="0"/>
                <a:cs typeface="+mj-cs"/>
              </a:rPr>
              <a:t>GOAL:</a:t>
            </a:r>
            <a:r>
              <a:rPr lang="en-US" sz="3200" kern="0" dirty="0">
                <a:latin typeface="Gill Sans MT" charset="0"/>
                <a:cs typeface="+mj-cs"/>
              </a:rPr>
              <a:t> </a:t>
            </a:r>
            <a:r>
              <a:rPr lang="en-US" sz="3200" b="1" kern="0" dirty="0">
                <a:latin typeface="Gill Sans MT" charset="0"/>
                <a:cs typeface="+mj-cs"/>
              </a:rPr>
              <a:t>An ideal multiple access protocol is :</a:t>
            </a:r>
          </a:p>
        </p:txBody>
      </p:sp>
    </p:spTree>
    <p:extLst>
      <p:ext uri="{BB962C8B-B14F-4D97-AF65-F5344CB8AC3E}">
        <p14:creationId xmlns:p14="http://schemas.microsoft.com/office/powerpoint/2010/main" val="1680229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923081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881" y="1417320"/>
            <a:ext cx="82296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There are three Categories:</a:t>
            </a:r>
            <a:r>
              <a:rPr lang="en-US" sz="32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</a:p>
          <a:p>
            <a:pPr>
              <a:buFont typeface="Wingdings" charset="0"/>
              <a:buNone/>
              <a:defRPr/>
            </a:pPr>
            <a:endParaRPr lang="en-US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GB" dirty="0">
                <a:latin typeface="Gill Sans MT" charset="0"/>
                <a:cs typeface="+mn-cs"/>
              </a:rPr>
              <a:t>Channel partitioning protocols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dirty="0">
                <a:latin typeface="Gill Sans MT" charset="0"/>
                <a:cs typeface="+mn-cs"/>
              </a:rPr>
              <a:t>Random access protocols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GB" dirty="0">
                <a:latin typeface="Gill Sans MT" charset="0"/>
                <a:cs typeface="+mn-cs"/>
              </a:rPr>
              <a:t>Taking-turns protocols. </a:t>
            </a:r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7F66C62-D06C-EC5B-3373-D16D8358E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224" y="13444"/>
            <a:ext cx="8461439" cy="1143000"/>
          </a:xfrm>
        </p:spPr>
        <p:txBody>
          <a:bodyPr/>
          <a:lstStyle/>
          <a:p>
            <a:pPr>
              <a:defRPr/>
            </a:pPr>
            <a:r>
              <a:rPr lang="en-US" sz="3800" dirty="0">
                <a:latin typeface="Gill Sans MT" charset="0"/>
                <a:cs typeface="+mj-cs"/>
              </a:rPr>
              <a:t>Multiple Access Protocols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793FE-2974-71AD-AD93-2D150628652E}"/>
              </a:ext>
            </a:extLst>
          </p:cNvPr>
          <p:cNvSpPr txBox="1"/>
          <p:nvPr/>
        </p:nvSpPr>
        <p:spPr>
          <a:xfrm>
            <a:off x="613064" y="4432454"/>
            <a:ext cx="5486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NB!! Bandwidth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amount of data a channel can carry per second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Bandwidth = channel capacity = </a:t>
            </a:r>
            <a:r>
              <a:rPr lang="en-US" sz="2400" b="1" dirty="0">
                <a:solidFill>
                  <a:srgbClr val="FF0000"/>
                </a:solidFill>
              </a:rPr>
              <a:t>how much data can be sent over the link/channel per second</a:t>
            </a:r>
          </a:p>
        </p:txBody>
      </p:sp>
    </p:spTree>
    <p:extLst>
      <p:ext uri="{BB962C8B-B14F-4D97-AF65-F5344CB8AC3E}">
        <p14:creationId xmlns:p14="http://schemas.microsoft.com/office/powerpoint/2010/main" val="2572844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9850"/>
            <a:ext cx="824484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1. Channel Partitioning Protocols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389467" y="1317908"/>
            <a:ext cx="8513064" cy="5098583"/>
          </a:xfrm>
        </p:spPr>
        <p:txBody>
          <a:bodyPr/>
          <a:lstStyle/>
          <a:p>
            <a:pPr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GB" dirty="0">
                <a:latin typeface="Gill Sans MT" charset="0"/>
              </a:rPr>
              <a:t>Used to partition/divide a shared channel’s bandwidth </a:t>
            </a:r>
            <a:r>
              <a:rPr lang="en-US" dirty="0"/>
              <a:t>so multiple nodes can transmit without collisions</a:t>
            </a:r>
            <a:r>
              <a:rPr lang="en-GB" dirty="0">
                <a:latin typeface="Gill Sans MT" charset="0"/>
              </a:rPr>
              <a:t>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>
                <a:latin typeface="Gill Sans MT" charset="0"/>
              </a:rPr>
              <a:t>Allocate a dedicated partition (“piece”) of the channel to a node for exclusive use.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GB" dirty="0">
                <a:latin typeface="Gill Sans MT" charset="0"/>
              </a:rPr>
              <a:t>Ensures the channel is shared efficiently and fairly.</a:t>
            </a:r>
            <a:endParaRPr lang="en-US" dirty="0">
              <a:latin typeface="Gill Sans MT" charset="0"/>
            </a:endParaRPr>
          </a:p>
          <a:p>
            <a:pPr lvl="2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400" dirty="0">
                <a:latin typeface="Gill Sans MT" charset="0"/>
              </a:rPr>
              <a:t>Techniques: </a:t>
            </a:r>
          </a:p>
          <a:p>
            <a:pPr lvl="3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solidFill>
                  <a:srgbClr val="FF0000"/>
                </a:solidFill>
                <a:latin typeface="Gill Sans MT" charset="0"/>
              </a:rPr>
              <a:t>Time Division Multiple Access (TDMA)</a:t>
            </a:r>
          </a:p>
          <a:p>
            <a:pPr lvl="3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solidFill>
                  <a:srgbClr val="FF0000"/>
                </a:solidFill>
                <a:latin typeface="Gill Sans MT" charset="0"/>
              </a:rPr>
              <a:t>Frequency Division Multiple Access (FDMA)</a:t>
            </a:r>
          </a:p>
          <a:p>
            <a:pPr lvl="3">
              <a:buFont typeface="Arial" panose="020B0604020202020204" pitchFamily="34" charset="0"/>
              <a:buChar char="•"/>
              <a:defRPr/>
            </a:pPr>
            <a:r>
              <a:rPr lang="fr-FR" sz="2400" dirty="0">
                <a:solidFill>
                  <a:srgbClr val="FF0000"/>
                </a:solidFill>
                <a:latin typeface="Gill Sans MT" charset="0"/>
              </a:rPr>
              <a:t>Code Division Multiple Access (CDMA)</a:t>
            </a:r>
            <a:endParaRPr lang="en-GB" sz="2400" dirty="0">
              <a:solidFill>
                <a:srgbClr val="FF0000"/>
              </a:solidFill>
              <a:latin typeface="Gill Sans MT" charset="0"/>
            </a:endParaRPr>
          </a:p>
          <a:p>
            <a:pPr lvl="1">
              <a:lnSpc>
                <a:spcPct val="75000"/>
              </a:lnSpc>
              <a:defRPr/>
            </a:pPr>
            <a:endParaRPr lang="en-US" sz="1800" dirty="0">
              <a:solidFill>
                <a:srgbClr val="FF0000"/>
              </a:solidFill>
              <a:latin typeface="Gill Sans MT" charset="0"/>
            </a:endParaRPr>
          </a:p>
        </p:txBody>
      </p:sp>
      <p:pic>
        <p:nvPicPr>
          <p:cNvPr id="84997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913243"/>
            <a:ext cx="7766050" cy="299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34EBCC-C8DB-DC65-6B0E-BFC20BBAD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895" y="3100852"/>
            <a:ext cx="2437105" cy="190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36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50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36" y="508308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31" y="-273731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GB" sz="3600" dirty="0">
                <a:latin typeface="Gill Sans MT" charset="0"/>
                <a:cs typeface="+mj-cs"/>
              </a:rPr>
              <a:t>TDMA: time division multiple access 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2985" y="752475"/>
            <a:ext cx="8312305" cy="2930525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The channel is divided into time slots.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Each station(device) gets a fixed time slot in each round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Unused slots remain idle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example: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LAN with 6 Stations/devices </a:t>
            </a:r>
            <a:r>
              <a:rPr lang="en-NA" dirty="0"/>
              <a:t>→</a:t>
            </a:r>
            <a:r>
              <a:rPr lang="en-US" dirty="0"/>
              <a:t> </a:t>
            </a:r>
            <a:r>
              <a:rPr lang="en-US" sz="2000" dirty="0">
                <a:latin typeface="Gill Sans MT" charset="0"/>
              </a:rPr>
              <a:t>6 Timeslots </a:t>
            </a:r>
            <a:endParaRPr lang="en-US" dirty="0">
              <a:latin typeface="Gill Sans MT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/>
              <a:t>Each device is assigned one fixed slot to transmit per round</a:t>
            </a:r>
            <a:endParaRPr lang="en-US" dirty="0">
              <a:latin typeface="Gill Sans MT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Only stations 1,3,4 have data to send </a:t>
            </a:r>
            <a:r>
              <a:rPr lang="en-NA" dirty="0"/>
              <a:t>→</a:t>
            </a:r>
            <a:r>
              <a:rPr lang="en-US" dirty="0"/>
              <a:t> </a:t>
            </a:r>
            <a:r>
              <a:rPr lang="en-US" dirty="0">
                <a:latin typeface="Gill Sans MT" charset="0"/>
              </a:rPr>
              <a:t>Slots 2,5,6 are idle </a:t>
            </a:r>
            <a:endParaRPr lang="en-US" sz="2800" dirty="0">
              <a:latin typeface="Gill Sans MT" charset="0"/>
            </a:endParaRPr>
          </a:p>
          <a:p>
            <a:pPr lvl="1">
              <a:lnSpc>
                <a:spcPct val="75000"/>
              </a:lnSpc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1052513" y="5440363"/>
            <a:ext cx="6084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274763" y="5213350"/>
            <a:ext cx="479425" cy="23018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13" name="Rectangle 10"/>
          <p:cNvSpPr>
            <a:spLocks noChangeArrowheads="1"/>
          </p:cNvSpPr>
          <p:nvPr/>
        </p:nvSpPr>
        <p:spPr bwMode="auto">
          <a:xfrm>
            <a:off x="2233613" y="5213350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2708275" y="5213350"/>
            <a:ext cx="479425" cy="230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1276350" y="5100638"/>
            <a:ext cx="0" cy="338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16" name="Line 16"/>
          <p:cNvSpPr>
            <a:spLocks noChangeShapeType="1"/>
          </p:cNvSpPr>
          <p:nvPr/>
        </p:nvSpPr>
        <p:spPr bwMode="auto">
          <a:xfrm>
            <a:off x="4141788" y="5103813"/>
            <a:ext cx="0" cy="33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17" name="Text Box 23"/>
          <p:cNvSpPr txBox="1">
            <a:spLocks noChangeArrowheads="1"/>
          </p:cNvSpPr>
          <p:nvPr/>
        </p:nvSpPr>
        <p:spPr bwMode="auto">
          <a:xfrm>
            <a:off x="1374775" y="518001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21518" name="Text Box 24"/>
          <p:cNvSpPr txBox="1">
            <a:spLocks noChangeArrowheads="1"/>
          </p:cNvSpPr>
          <p:nvPr/>
        </p:nvSpPr>
        <p:spPr bwMode="auto">
          <a:xfrm>
            <a:off x="2320925" y="5165725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3</a:t>
            </a:r>
          </a:p>
        </p:txBody>
      </p:sp>
      <p:sp>
        <p:nvSpPr>
          <p:cNvPr id="21519" name="Text Box 25"/>
          <p:cNvSpPr txBox="1">
            <a:spLocks noChangeArrowheads="1"/>
          </p:cNvSpPr>
          <p:nvPr/>
        </p:nvSpPr>
        <p:spPr bwMode="auto">
          <a:xfrm>
            <a:off x="2786063" y="517207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4</a:t>
            </a:r>
          </a:p>
        </p:txBody>
      </p:sp>
      <p:sp>
        <p:nvSpPr>
          <p:cNvPr id="21520" name="Rectangle 26"/>
          <p:cNvSpPr>
            <a:spLocks noChangeArrowheads="1"/>
          </p:cNvSpPr>
          <p:nvPr/>
        </p:nvSpPr>
        <p:spPr bwMode="auto">
          <a:xfrm>
            <a:off x="4132263" y="5208588"/>
            <a:ext cx="479425" cy="230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21" name="Rectangle 27"/>
          <p:cNvSpPr>
            <a:spLocks noChangeArrowheads="1"/>
          </p:cNvSpPr>
          <p:nvPr/>
        </p:nvSpPr>
        <p:spPr bwMode="auto">
          <a:xfrm>
            <a:off x="5091113" y="5208588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22" name="Rectangle 28"/>
          <p:cNvSpPr>
            <a:spLocks noChangeArrowheads="1"/>
          </p:cNvSpPr>
          <p:nvPr/>
        </p:nvSpPr>
        <p:spPr bwMode="auto">
          <a:xfrm>
            <a:off x="5565775" y="5208588"/>
            <a:ext cx="479425" cy="230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23" name="Line 29"/>
          <p:cNvSpPr>
            <a:spLocks noChangeShapeType="1"/>
          </p:cNvSpPr>
          <p:nvPr/>
        </p:nvSpPr>
        <p:spPr bwMode="auto">
          <a:xfrm>
            <a:off x="4133850" y="5095875"/>
            <a:ext cx="0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24" name="Text Box 30"/>
          <p:cNvSpPr txBox="1">
            <a:spLocks noChangeArrowheads="1"/>
          </p:cNvSpPr>
          <p:nvPr/>
        </p:nvSpPr>
        <p:spPr bwMode="auto">
          <a:xfrm>
            <a:off x="4232275" y="517525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21525" name="Text Box 31"/>
          <p:cNvSpPr txBox="1">
            <a:spLocks noChangeArrowheads="1"/>
          </p:cNvSpPr>
          <p:nvPr/>
        </p:nvSpPr>
        <p:spPr bwMode="auto">
          <a:xfrm>
            <a:off x="5178425" y="51609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3</a:t>
            </a:r>
          </a:p>
        </p:txBody>
      </p:sp>
      <p:sp>
        <p:nvSpPr>
          <p:cNvPr id="21526" name="Text Box 32"/>
          <p:cNvSpPr txBox="1">
            <a:spLocks noChangeArrowheads="1"/>
          </p:cNvSpPr>
          <p:nvPr/>
        </p:nvSpPr>
        <p:spPr bwMode="auto">
          <a:xfrm>
            <a:off x="5643563" y="5167313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4</a:t>
            </a:r>
          </a:p>
        </p:txBody>
      </p:sp>
      <p:sp>
        <p:nvSpPr>
          <p:cNvPr id="21527" name="Line 34"/>
          <p:cNvSpPr>
            <a:spLocks noChangeShapeType="1"/>
          </p:cNvSpPr>
          <p:nvPr/>
        </p:nvSpPr>
        <p:spPr bwMode="auto">
          <a:xfrm>
            <a:off x="17573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28" name="Line 35"/>
          <p:cNvSpPr>
            <a:spLocks noChangeShapeType="1"/>
          </p:cNvSpPr>
          <p:nvPr/>
        </p:nvSpPr>
        <p:spPr bwMode="auto">
          <a:xfrm>
            <a:off x="22336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29" name="Line 36"/>
          <p:cNvSpPr>
            <a:spLocks noChangeShapeType="1"/>
          </p:cNvSpPr>
          <p:nvPr/>
        </p:nvSpPr>
        <p:spPr bwMode="auto">
          <a:xfrm>
            <a:off x="270986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0" name="Line 37"/>
          <p:cNvSpPr>
            <a:spLocks noChangeShapeType="1"/>
          </p:cNvSpPr>
          <p:nvPr/>
        </p:nvSpPr>
        <p:spPr bwMode="auto">
          <a:xfrm>
            <a:off x="31861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1" name="Line 38"/>
          <p:cNvSpPr>
            <a:spLocks noChangeShapeType="1"/>
          </p:cNvSpPr>
          <p:nvPr/>
        </p:nvSpPr>
        <p:spPr bwMode="auto">
          <a:xfrm>
            <a:off x="3667125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2" name="Line 39"/>
          <p:cNvSpPr>
            <a:spLocks noChangeShapeType="1"/>
          </p:cNvSpPr>
          <p:nvPr/>
        </p:nvSpPr>
        <p:spPr bwMode="auto">
          <a:xfrm>
            <a:off x="46148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3" name="Line 40"/>
          <p:cNvSpPr>
            <a:spLocks noChangeShapeType="1"/>
          </p:cNvSpPr>
          <p:nvPr/>
        </p:nvSpPr>
        <p:spPr bwMode="auto">
          <a:xfrm>
            <a:off x="5562600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4" name="Line 41"/>
          <p:cNvSpPr>
            <a:spLocks noChangeShapeType="1"/>
          </p:cNvSpPr>
          <p:nvPr/>
        </p:nvSpPr>
        <p:spPr bwMode="auto">
          <a:xfrm>
            <a:off x="6510338" y="5195888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5" name="Line 42"/>
          <p:cNvSpPr>
            <a:spLocks noChangeShapeType="1"/>
          </p:cNvSpPr>
          <p:nvPr/>
        </p:nvSpPr>
        <p:spPr bwMode="auto">
          <a:xfrm>
            <a:off x="60436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6" name="Line 43"/>
          <p:cNvSpPr>
            <a:spLocks noChangeShapeType="1"/>
          </p:cNvSpPr>
          <p:nvPr/>
        </p:nvSpPr>
        <p:spPr bwMode="auto">
          <a:xfrm>
            <a:off x="6991350" y="5110163"/>
            <a:ext cx="0" cy="338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7" name="Line 44"/>
          <p:cNvSpPr>
            <a:spLocks noChangeShapeType="1"/>
          </p:cNvSpPr>
          <p:nvPr/>
        </p:nvSpPr>
        <p:spPr bwMode="auto">
          <a:xfrm>
            <a:off x="50911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38" name="Text Box 45"/>
          <p:cNvSpPr txBox="1">
            <a:spLocks noChangeArrowheads="1"/>
          </p:cNvSpPr>
          <p:nvPr/>
        </p:nvSpPr>
        <p:spPr bwMode="auto">
          <a:xfrm>
            <a:off x="2320925" y="4581525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6-slot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frame</a:t>
            </a:r>
          </a:p>
        </p:txBody>
      </p:sp>
      <p:sp>
        <p:nvSpPr>
          <p:cNvPr id="21539" name="Line 46"/>
          <p:cNvSpPr>
            <a:spLocks noChangeShapeType="1"/>
          </p:cNvSpPr>
          <p:nvPr/>
        </p:nvSpPr>
        <p:spPr bwMode="auto">
          <a:xfrm>
            <a:off x="3132138" y="491807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40" name="Line 47"/>
          <p:cNvSpPr>
            <a:spLocks noChangeShapeType="1"/>
          </p:cNvSpPr>
          <p:nvPr/>
        </p:nvSpPr>
        <p:spPr bwMode="auto">
          <a:xfrm flipH="1">
            <a:off x="1287463" y="491331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41" name="Line 48"/>
          <p:cNvSpPr>
            <a:spLocks noChangeShapeType="1"/>
          </p:cNvSpPr>
          <p:nvPr/>
        </p:nvSpPr>
        <p:spPr bwMode="auto">
          <a:xfrm>
            <a:off x="1266825" y="482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42" name="Line 49"/>
          <p:cNvSpPr>
            <a:spLocks noChangeShapeType="1"/>
          </p:cNvSpPr>
          <p:nvPr/>
        </p:nvSpPr>
        <p:spPr bwMode="auto">
          <a:xfrm>
            <a:off x="4125913" y="48164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43" name="Text Box 51"/>
          <p:cNvSpPr txBox="1">
            <a:spLocks noChangeArrowheads="1"/>
          </p:cNvSpPr>
          <p:nvPr/>
        </p:nvSpPr>
        <p:spPr bwMode="auto">
          <a:xfrm>
            <a:off x="5184775" y="4554538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6-slot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frame</a:t>
            </a:r>
          </a:p>
        </p:txBody>
      </p:sp>
      <p:sp>
        <p:nvSpPr>
          <p:cNvPr id="21544" name="Line 52"/>
          <p:cNvSpPr>
            <a:spLocks noChangeShapeType="1"/>
          </p:cNvSpPr>
          <p:nvPr/>
        </p:nvSpPr>
        <p:spPr bwMode="auto">
          <a:xfrm>
            <a:off x="5995988" y="492442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45" name="Line 53"/>
          <p:cNvSpPr>
            <a:spLocks noChangeShapeType="1"/>
          </p:cNvSpPr>
          <p:nvPr/>
        </p:nvSpPr>
        <p:spPr bwMode="auto">
          <a:xfrm flipH="1">
            <a:off x="4151313" y="491966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1546" name="Line 55"/>
          <p:cNvSpPr>
            <a:spLocks noChangeShapeType="1"/>
          </p:cNvSpPr>
          <p:nvPr/>
        </p:nvSpPr>
        <p:spPr bwMode="auto">
          <a:xfrm>
            <a:off x="6989763" y="47894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6-</a:t>
            </a:r>
            <a:fld id="{8E8C6E93-DF5B-BC4B-80F9-500DED1EEDC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Arial" charset="0"/>
              </a:rPr>
              <a:t>Link Layer and LANs</a:t>
            </a:r>
          </a:p>
        </p:txBody>
      </p:sp>
      <p:sp>
        <p:nvSpPr>
          <p:cNvPr id="2" name="Text Box 45">
            <a:extLst>
              <a:ext uri="{FF2B5EF4-FFF2-40B4-BE49-F238E27FC236}">
                <a16:creationId xmlns:a16="http://schemas.microsoft.com/office/drawing/2014/main" id="{CCA8A2F1-E281-FE66-F6E3-F7F181D3E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944" y="4211447"/>
            <a:ext cx="100380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Round 1</a:t>
            </a:r>
          </a:p>
        </p:txBody>
      </p:sp>
      <p:sp>
        <p:nvSpPr>
          <p:cNvPr id="3" name="Text Box 45">
            <a:extLst>
              <a:ext uri="{FF2B5EF4-FFF2-40B4-BE49-F238E27FC236}">
                <a16:creationId xmlns:a16="http://schemas.microsoft.com/office/drawing/2014/main" id="{E0DB5126-121B-10BE-C18C-D0774AEC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113" y="4096127"/>
            <a:ext cx="100380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Round 2</a:t>
            </a:r>
          </a:p>
        </p:txBody>
      </p:sp>
    </p:spTree>
    <p:extLst>
      <p:ext uri="{BB962C8B-B14F-4D97-AF65-F5344CB8AC3E}">
        <p14:creationId xmlns:p14="http://schemas.microsoft.com/office/powerpoint/2010/main" val="2877598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241" y="824215"/>
            <a:ext cx="8503159" cy="4648200"/>
          </a:xfrm>
        </p:spPr>
        <p:txBody>
          <a:bodyPr/>
          <a:lstStyle/>
          <a:p>
            <a:pPr>
              <a:defRPr/>
            </a:pPr>
            <a:r>
              <a:rPr lang="en-GB" sz="2400" dirty="0"/>
              <a:t>Primarily in wireless communication (Cellular networks – GSM/2G)</a:t>
            </a:r>
            <a:endParaRPr lang="en-US" sz="2400" dirty="0">
              <a:latin typeface="Gill Sans MT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channel is divided into frequency bands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station gets assigned a fixed frequency band to transmit on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unused frequency bands remain idle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example: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  <a:cs typeface="+mn-cs"/>
              </a:rPr>
              <a:t>LAN with 6-stations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  <a:cs typeface="+mn-cs"/>
              </a:rPr>
              <a:t>Stations 1,3,4 have data  to send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  <a:cs typeface="+mn-cs"/>
              </a:rPr>
              <a:t>frequency bands 2,5,6 remain idle </a:t>
            </a: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4627563" y="4138613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V="1">
            <a:off x="4625975" y="5243513"/>
            <a:ext cx="6223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 flipV="1">
            <a:off x="4621213" y="5635625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 flipV="1">
            <a:off x="4625975" y="6021388"/>
            <a:ext cx="62706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 flipV="1">
            <a:off x="4621213" y="4857750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 flipV="1">
            <a:off x="4625975" y="4471988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346700" y="44116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2955" name="Freeform 12"/>
          <p:cNvSpPr>
            <a:spLocks/>
          </p:cNvSpPr>
          <p:nvPr/>
        </p:nvSpPr>
        <p:spPr bwMode="auto">
          <a:xfrm>
            <a:off x="5494338" y="429260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5394325" y="4814888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>
            <a:off x="5394325" y="5213350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2958" name="Freeform 16"/>
          <p:cNvSpPr>
            <a:spLocks/>
          </p:cNvSpPr>
          <p:nvPr/>
        </p:nvSpPr>
        <p:spPr bwMode="auto">
          <a:xfrm>
            <a:off x="5541963" y="5094288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82959" name="Group 17"/>
          <p:cNvGrpSpPr>
            <a:grpSpLocks/>
          </p:cNvGrpSpPr>
          <p:nvPr/>
        </p:nvGrpSpPr>
        <p:grpSpPr bwMode="auto">
          <a:xfrm>
            <a:off x="5411788" y="5499100"/>
            <a:ext cx="2228850" cy="119063"/>
            <a:chOff x="1884" y="2826"/>
            <a:chExt cx="1404" cy="75"/>
          </a:xfrm>
        </p:grpSpPr>
        <p:sp>
          <p:nvSpPr>
            <p:cNvPr id="22561" name="Line 18"/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82977" name="Freeform 19"/>
            <p:cNvSpPr>
              <a:spLocks/>
            </p:cNvSpPr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2545" name="Line 20"/>
          <p:cNvSpPr>
            <a:spLocks noChangeShapeType="1"/>
          </p:cNvSpPr>
          <p:nvPr/>
        </p:nvSpPr>
        <p:spPr bwMode="auto">
          <a:xfrm>
            <a:off x="5441950" y="60245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2547" name="Text Box 22"/>
          <p:cNvSpPr txBox="1">
            <a:spLocks noChangeArrowheads="1"/>
          </p:cNvSpPr>
          <p:nvPr/>
        </p:nvSpPr>
        <p:spPr bwMode="auto">
          <a:xfrm rot="-5400000">
            <a:off x="3423444" y="5018882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frequency bands</a:t>
            </a:r>
          </a:p>
        </p:txBody>
      </p:sp>
      <p:sp>
        <p:nvSpPr>
          <p:cNvPr id="22548" name="Text Box 23"/>
          <p:cNvSpPr txBox="1">
            <a:spLocks noChangeArrowheads="1"/>
          </p:cNvSpPr>
          <p:nvPr/>
        </p:nvSpPr>
        <p:spPr bwMode="auto">
          <a:xfrm rot="67766">
            <a:off x="7332663" y="396081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time</a:t>
            </a:r>
          </a:p>
        </p:txBody>
      </p:sp>
      <p:sp>
        <p:nvSpPr>
          <p:cNvPr id="82964" name="Freeform 54"/>
          <p:cNvSpPr>
            <a:spLocks/>
          </p:cNvSpPr>
          <p:nvPr/>
        </p:nvSpPr>
        <p:spPr bwMode="auto">
          <a:xfrm>
            <a:off x="2032000" y="434816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 cmpd="sng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82965" name="Group 56"/>
          <p:cNvGrpSpPr>
            <a:grpSpLocks/>
          </p:cNvGrpSpPr>
          <p:nvPr/>
        </p:nvGrpSpPr>
        <p:grpSpPr bwMode="auto">
          <a:xfrm>
            <a:off x="293688" y="4986338"/>
            <a:ext cx="1666875" cy="314325"/>
            <a:chOff x="1614" y="1494"/>
            <a:chExt cx="1050" cy="198"/>
          </a:xfrm>
        </p:grpSpPr>
        <p:sp>
          <p:nvSpPr>
            <p:cNvPr id="22557" name="Rectangle 57"/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35610" name="Freeform 58"/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559" name="Oval 59"/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560" name="Line 60"/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2966" name="Freeform 65"/>
          <p:cNvSpPr>
            <a:spLocks/>
          </p:cNvSpPr>
          <p:nvPr/>
        </p:nvSpPr>
        <p:spPr bwMode="auto">
          <a:xfrm>
            <a:off x="2803525" y="5040313"/>
            <a:ext cx="892175" cy="173037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2967" name="Freeform 66"/>
          <p:cNvSpPr>
            <a:spLocks/>
          </p:cNvSpPr>
          <p:nvPr/>
        </p:nvSpPr>
        <p:spPr bwMode="auto">
          <a:xfrm>
            <a:off x="2846388" y="4270375"/>
            <a:ext cx="427037" cy="219075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2968" name="Freeform 68"/>
          <p:cNvSpPr>
            <a:spLocks/>
          </p:cNvSpPr>
          <p:nvPr/>
        </p:nvSpPr>
        <p:spPr bwMode="auto">
          <a:xfrm>
            <a:off x="2755900" y="6069013"/>
            <a:ext cx="989013" cy="185737"/>
          </a:xfrm>
          <a:custGeom>
            <a:avLst/>
            <a:gdLst>
              <a:gd name="T0" fmla="*/ 2147483647 w 623"/>
              <a:gd name="T1" fmla="*/ 2147483647 h 117"/>
              <a:gd name="T2" fmla="*/ 2147483647 w 623"/>
              <a:gd name="T3" fmla="*/ 2147483647 h 117"/>
              <a:gd name="T4" fmla="*/ 2147483647 w 623"/>
              <a:gd name="T5" fmla="*/ 2147483647 h 117"/>
              <a:gd name="T6" fmla="*/ 2147483647 w 623"/>
              <a:gd name="T7" fmla="*/ 0 h 117"/>
              <a:gd name="T8" fmla="*/ 2147483647 w 623"/>
              <a:gd name="T9" fmla="*/ 2147483647 h 117"/>
              <a:gd name="T10" fmla="*/ 2147483647 w 623"/>
              <a:gd name="T11" fmla="*/ 2147483647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23" h="117">
                <a:moveTo>
                  <a:pt x="20" y="113"/>
                </a:moveTo>
                <a:cubicBezTo>
                  <a:pt x="44" y="68"/>
                  <a:pt x="0" y="1"/>
                  <a:pt x="114" y="2"/>
                </a:cubicBezTo>
                <a:cubicBezTo>
                  <a:pt x="233" y="1"/>
                  <a:pt x="144" y="114"/>
                  <a:pt x="256" y="114"/>
                </a:cubicBezTo>
                <a:cubicBezTo>
                  <a:pt x="368" y="114"/>
                  <a:pt x="288" y="0"/>
                  <a:pt x="394" y="0"/>
                </a:cubicBezTo>
                <a:cubicBezTo>
                  <a:pt x="500" y="0"/>
                  <a:pt x="421" y="117"/>
                  <a:pt x="522" y="116"/>
                </a:cubicBezTo>
                <a:cubicBezTo>
                  <a:pt x="623" y="115"/>
                  <a:pt x="570" y="64"/>
                  <a:pt x="616" y="1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554" name="Text Box 69"/>
          <p:cNvSpPr txBox="1">
            <a:spLocks noChangeArrowheads="1"/>
          </p:cNvSpPr>
          <p:nvPr/>
        </p:nvSpPr>
        <p:spPr bwMode="auto">
          <a:xfrm>
            <a:off x="442913" y="5699125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FDM cable</a:t>
            </a:r>
          </a:p>
        </p:txBody>
      </p:sp>
      <p:pic>
        <p:nvPicPr>
          <p:cNvPr id="82970" name="Picture 73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" y="628763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6" name="Rectangle 74"/>
          <p:cNvSpPr>
            <a:spLocks noGrp="1" noChangeArrowheads="1"/>
          </p:cNvSpPr>
          <p:nvPr>
            <p:ph type="title"/>
          </p:nvPr>
        </p:nvSpPr>
        <p:spPr>
          <a:xfrm>
            <a:off x="228600" y="-24564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GB" sz="3600" dirty="0">
                <a:latin typeface="Gill Sans MT" charset="0"/>
                <a:cs typeface="+mj-cs"/>
              </a:rPr>
              <a:t>FDMA: frequency division multiple access </a:t>
            </a:r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6-</a:t>
            </a:r>
            <a:fld id="{8E8C6E93-DF5B-BC4B-80F9-500DED1EEDC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Arial" charset="0"/>
              </a:rPr>
              <a:t>Link Layer and LANs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23DA3-087C-7242-6EA8-9AE6D45660DC}"/>
              </a:ext>
            </a:extLst>
          </p:cNvPr>
          <p:cNvSpPr txBox="1"/>
          <p:nvPr/>
        </p:nvSpPr>
        <p:spPr>
          <a:xfrm>
            <a:off x="6001878" y="2366062"/>
            <a:ext cx="37300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NB! A frequency band is a specific range of electromagnetic frequencies allocated for transmitting signals </a:t>
            </a:r>
            <a:r>
              <a:rPr lang="en-GB" dirty="0" err="1">
                <a:solidFill>
                  <a:srgbClr val="FF0000"/>
                </a:solidFill>
              </a:rPr>
              <a:t>e.g</a:t>
            </a:r>
            <a:r>
              <a:rPr lang="en-GB" dirty="0">
                <a:solidFill>
                  <a:srgbClr val="FF0000"/>
                </a:solidFill>
              </a:rPr>
              <a:t>, 900 MHz band in 2G networks </a:t>
            </a:r>
            <a:endParaRPr lang="en-N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058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682545"/>
            <a:ext cx="8573009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The channel spectrum is divided into unique codes.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Code = unique digit used to separate the signals of the different devices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station(device) is assigned a unique code by the network. 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All station use the full available spectrum simultaneously instead of each having its’ own frequency.</a:t>
            </a:r>
          </a:p>
          <a:p>
            <a:pPr>
              <a:defRPr/>
            </a:pPr>
            <a:r>
              <a:rPr lang="en-GB" sz="2400" dirty="0">
                <a:latin typeface="Gill Sans MT" charset="0"/>
                <a:cs typeface="+mn-cs"/>
              </a:rPr>
              <a:t>Recommended for voice and data communications.</a:t>
            </a:r>
          </a:p>
          <a:p>
            <a:pPr>
              <a:defRPr/>
            </a:pPr>
            <a:r>
              <a:rPr lang="en-US" sz="2400" dirty="0"/>
              <a:t>Used in cellular networks (UMTS – 3G)</a:t>
            </a: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82970" name="Picture 73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41" y="596026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6" name="Rectangle 74"/>
          <p:cNvSpPr>
            <a:spLocks noGrp="1" noChangeArrowheads="1"/>
          </p:cNvSpPr>
          <p:nvPr>
            <p:ph type="title"/>
          </p:nvPr>
        </p:nvSpPr>
        <p:spPr>
          <a:xfrm>
            <a:off x="228600" y="-303213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GB" sz="3600" dirty="0">
                <a:latin typeface="Gill Sans MT" charset="0"/>
                <a:cs typeface="+mj-cs"/>
              </a:rPr>
              <a:t>CDMA: code division multiple access</a:t>
            </a:r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6-</a:t>
            </a:r>
            <a:fld id="{8E8C6E93-DF5B-BC4B-80F9-500DED1EEDC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Arial" charset="0"/>
              </a:rPr>
              <a:t>Link Layer and LANs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7787D-389F-CB39-BDFB-1CC058655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007" y="4458131"/>
            <a:ext cx="4170365" cy="233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81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448056" y="-103187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2. Random access protocols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056" y="1039813"/>
            <a:ext cx="8247888" cy="5184364"/>
          </a:xfrm>
        </p:spPr>
        <p:txBody>
          <a:bodyPr/>
          <a:lstStyle/>
          <a:p>
            <a:pPr marL="324000"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en-GB" sz="2400" dirty="0">
                <a:latin typeface="Gill Sans MT" charset="0"/>
                <a:cs typeface="+mn-cs"/>
              </a:rPr>
              <a:t>The channel is not divided, nodes transmit at random.</a:t>
            </a:r>
          </a:p>
          <a:p>
            <a:pPr marL="324000"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en-GB" sz="2400" dirty="0">
                <a:latin typeface="Gill Sans MT" charset="0"/>
                <a:cs typeface="+mn-cs"/>
              </a:rPr>
              <a:t>Each node transmits at the full rate of the channel. </a:t>
            </a:r>
          </a:p>
          <a:p>
            <a:pPr marL="324000"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en-GB" sz="2400" dirty="0">
                <a:latin typeface="Gill Sans MT" charset="0"/>
                <a:cs typeface="+mn-cs"/>
              </a:rPr>
              <a:t>Collision handling:</a:t>
            </a:r>
          </a:p>
          <a:p>
            <a:pPr marL="724050" lvl="1"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en-GB" sz="2000" dirty="0">
                <a:latin typeface="Gill Sans MT" charset="0"/>
                <a:cs typeface="+mn-cs"/>
              </a:rPr>
              <a:t>When there is a collision, each node involved in the collision waits a random delay (time) before retransmitting the frame through without a collision. </a:t>
            </a:r>
          </a:p>
          <a:p>
            <a:pPr marL="724050" lvl="1" algn="just">
              <a:lnSpc>
                <a:spcPct val="90000"/>
              </a:lnSpc>
              <a:spcBef>
                <a:spcPts val="0"/>
              </a:spcBef>
              <a:defRPr/>
            </a:pPr>
            <a:r>
              <a:rPr lang="en-US" sz="2000" dirty="0"/>
              <a:t>Each node chooses its delay time independently → this reduces the chance of repeated collisions. </a:t>
            </a:r>
            <a:r>
              <a:rPr lang="en-GB" sz="2000" dirty="0">
                <a:latin typeface="Gill Sans MT" charset="0"/>
                <a:cs typeface="+mn-cs"/>
              </a:rPr>
              <a:t>Makes it possible for the nodes pick different delays and can retransmit without a collision.</a:t>
            </a:r>
            <a:endParaRPr lang="en-US" sz="1000" dirty="0">
              <a:latin typeface="Gill Sans MT" charset="0"/>
              <a:cs typeface="+mn-cs"/>
            </a:endParaRPr>
          </a:p>
          <a:p>
            <a:pPr marL="457200" lvl="1" indent="0">
              <a:lnSpc>
                <a:spcPct val="75000"/>
              </a:lnSpc>
              <a:buNone/>
              <a:defRPr/>
            </a:pPr>
            <a:endParaRPr lang="en-US" sz="1400" dirty="0">
              <a:latin typeface="Gill Sans MT" charset="0"/>
            </a:endParaRP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Common Random-access protocols: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>
                <a:latin typeface="Gill Sans MT" charset="0"/>
              </a:rPr>
              <a:t>Pure 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>
                <a:latin typeface="Gill Sans MT" charset="0"/>
              </a:rPr>
              <a:t>Slotted 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000" dirty="0">
                <a:latin typeface="Gill Sans MT" charset="0"/>
              </a:rPr>
              <a:t>CSMA </a:t>
            </a:r>
            <a:r>
              <a:rPr lang="en-GB" sz="2000" dirty="0"/>
              <a:t>(Carrier Sense Multiple Access)</a:t>
            </a:r>
            <a:endParaRPr lang="en-US" sz="2000" dirty="0">
              <a:latin typeface="Gill Sans MT" charset="0"/>
            </a:endParaRPr>
          </a:p>
        </p:txBody>
      </p:sp>
      <p:pic>
        <p:nvPicPr>
          <p:cNvPr id="84997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795229"/>
            <a:ext cx="6602268" cy="212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451517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64" y="1054294"/>
            <a:ext cx="8464550" cy="20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08"/>
            <a:ext cx="9649849" cy="837362"/>
          </a:xfrm>
        </p:spPr>
        <p:txBody>
          <a:bodyPr/>
          <a:lstStyle/>
          <a:p>
            <a:pPr>
              <a:defRPr/>
            </a:pPr>
            <a:r>
              <a:rPr lang="en-US" sz="3800" b="1" dirty="0">
                <a:solidFill>
                  <a:srgbClr val="FF0000"/>
                </a:solidFill>
                <a:latin typeface="Gill Sans MT" charset="0"/>
                <a:cs typeface="+mj-cs"/>
              </a:rPr>
              <a:t>Random Access Protocols:</a:t>
            </a:r>
            <a:br>
              <a:rPr lang="en-US" sz="3800" dirty="0">
                <a:latin typeface="Gill Sans MT" charset="0"/>
                <a:cs typeface="+mj-cs"/>
              </a:rPr>
            </a:br>
            <a:r>
              <a:rPr lang="en-US" sz="3800" b="1" dirty="0">
                <a:latin typeface="Gill Sans MT" charset="0"/>
                <a:cs typeface="+mj-cs"/>
              </a:rPr>
              <a:t>Carrier Sense Multiple Access (CSMA) 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191" y="1258923"/>
            <a:ext cx="8464550" cy="5599077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dirty="0">
                <a:solidFill>
                  <a:schemeClr val="tx2"/>
                </a:solidFill>
                <a:cs typeface="+mn-cs"/>
              </a:rPr>
              <a:t>A widely used Multiple Access Protocol.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dirty="0">
                <a:solidFill>
                  <a:schemeClr val="tx2"/>
                </a:solidFill>
                <a:cs typeface="+mn-cs"/>
              </a:rPr>
              <a:t>Developed to decrease the chances of collisions when two or more nodes start transmitting frames at the same time on the same channel.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dirty="0">
                <a:solidFill>
                  <a:schemeClr val="tx2"/>
                </a:solidFill>
                <a:cs typeface="+mn-cs"/>
              </a:rPr>
              <a:t>A node listens to the channel before transmitting - </a:t>
            </a:r>
            <a:r>
              <a:rPr lang="en-GB" sz="2400" dirty="0">
                <a:solidFill>
                  <a:srgbClr val="FF0000"/>
                </a:solidFill>
                <a:cs typeface="+mn-cs"/>
              </a:rPr>
              <a:t>carrier sensing! </a:t>
            </a:r>
          </a:p>
          <a:p>
            <a:pPr lvl="1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dirty="0">
                <a:cs typeface="+mn-cs"/>
              </a:rPr>
              <a:t>If a node senses a frame is being transmitted on the channel, it waits for a short period until it detects no transmissions on the channel, and then it can begin transmission – </a:t>
            </a:r>
            <a:r>
              <a:rPr lang="en-GB" sz="2200" dirty="0">
                <a:solidFill>
                  <a:srgbClr val="FF0000"/>
                </a:solidFill>
                <a:cs typeface="+mn-cs"/>
              </a:rPr>
              <a:t>collision avoidance.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GB" sz="1000" dirty="0">
              <a:solidFill>
                <a:srgbClr val="FF0000"/>
              </a:solidFill>
              <a:cs typeface="+mn-cs"/>
            </a:endParaRPr>
          </a:p>
          <a:p>
            <a:pPr lvl="1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dirty="0">
                <a:cs typeface="+mn-cs"/>
              </a:rPr>
              <a:t>During transmission the node continues listening:</a:t>
            </a:r>
          </a:p>
          <a:p>
            <a:pPr lvl="2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dirty="0">
                <a:latin typeface="+mn-lt"/>
                <a:cs typeface="+mn-cs"/>
              </a:rPr>
              <a:t>If it detects that another node is transmitting an interfering frame, it stops transmitting. </a:t>
            </a:r>
          </a:p>
          <a:p>
            <a:pPr lvl="2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latin typeface="+mn-lt"/>
                <a:cs typeface="+mn-cs"/>
              </a:rPr>
              <a:t>Waits a random time, then listens and transmits again if the channel is free </a:t>
            </a:r>
            <a:r>
              <a:rPr lang="en-GB" sz="2200" dirty="0">
                <a:latin typeface="+mn-lt"/>
                <a:cs typeface="+mn-cs"/>
              </a:rPr>
              <a:t>- </a:t>
            </a:r>
            <a:r>
              <a:rPr lang="en-GB" sz="2200" dirty="0">
                <a:solidFill>
                  <a:srgbClr val="FF0000"/>
                </a:solidFill>
                <a:latin typeface="+mn-lt"/>
                <a:cs typeface="+mn-cs"/>
              </a:rPr>
              <a:t>collision detection.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3598833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31" y="805770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265931" y="0"/>
            <a:ext cx="8464550" cy="1004888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Carrier Sense Multiple Access 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931" y="1004888"/>
            <a:ext cx="8464550" cy="5226921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tx2"/>
              </a:solidFill>
              <a:cs typeface="+mn-cs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ZA" dirty="0">
                <a:solidFill>
                  <a:schemeClr val="accent2"/>
                </a:solidFill>
                <a:cs typeface="+mn-cs"/>
              </a:rPr>
              <a:t>Variations of CMSA protocols: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ZA" dirty="0">
              <a:solidFill>
                <a:schemeClr val="accent2"/>
              </a:solidFill>
              <a:cs typeface="+mn-cs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0000"/>
                </a:solidFill>
                <a:latin typeface="Gill Sans MT" charset="0"/>
              </a:rPr>
              <a:t>Collision Avoidance (CSMA/CA)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0000"/>
                </a:solidFill>
                <a:latin typeface="Gill Sans MT" charset="0"/>
              </a:rPr>
              <a:t>Collision Detection (CSMA/CD)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C06516-2ACD-C7EC-5F67-FA35C076674C}"/>
              </a:ext>
            </a:extLst>
          </p:cNvPr>
          <p:cNvSpPr txBox="1"/>
          <p:nvPr/>
        </p:nvSpPr>
        <p:spPr>
          <a:xfrm>
            <a:off x="1475232" y="3429000"/>
            <a:ext cx="4231251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i="0" dirty="0">
                <a:solidFill>
                  <a:srgbClr val="FF0000"/>
                </a:solidFill>
                <a:effectLst/>
                <a:latin typeface="+mj-lt"/>
              </a:rPr>
              <a:t>CSMA </a:t>
            </a:r>
            <a:r>
              <a:rPr lang="en-GB" sz="2400" b="1" dirty="0">
                <a:solidFill>
                  <a:srgbClr val="FF0000"/>
                </a:solidFill>
                <a:latin typeface="+mj-lt"/>
              </a:rPr>
              <a:t>Variations</a:t>
            </a:r>
          </a:p>
          <a:p>
            <a:pPr algn="ctr"/>
            <a:r>
              <a:rPr lang="en-GB" sz="2000" b="0" i="0" dirty="0">
                <a:solidFill>
                  <a:schemeClr val="tx2"/>
                </a:solidFill>
                <a:effectLst/>
                <a:latin typeface="+mj-lt"/>
              </a:rPr>
              <a:t>depends on the transmission medium</a:t>
            </a:r>
            <a:endParaRPr lang="en-ZA" sz="20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2111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91" y="723291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4637" y="-43617"/>
            <a:ext cx="7772400" cy="1029771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</a:t>
            </a:r>
            <a:r>
              <a:rPr lang="en-US" sz="4000" dirty="0">
                <a:latin typeface="Gill Sans MT" charset="0"/>
                <a:cs typeface="+mj-cs"/>
              </a:rPr>
              <a:t>(Collision Detection)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637" y="896329"/>
            <a:ext cx="8237075" cy="5477080"/>
          </a:xfrm>
        </p:spPr>
        <p:txBody>
          <a:bodyPr/>
          <a:lstStyle/>
          <a:p>
            <a:pPr marL="400050" algn="just">
              <a:defRPr/>
            </a:pPr>
            <a:r>
              <a:rPr lang="en-GB" sz="2400" dirty="0">
                <a:solidFill>
                  <a:srgbClr val="FF0000"/>
                </a:solidFill>
                <a:latin typeface="Gill Sans MT" charset="0"/>
              </a:rPr>
              <a:t>Collision Detection was added to the CSMA protocol because nodes continued to transmit even though a collision had occurred. </a:t>
            </a:r>
          </a:p>
          <a:p>
            <a:pPr marL="400050" algn="just">
              <a:defRPr/>
            </a:pPr>
            <a:endParaRPr lang="en-GB" sz="2400" dirty="0">
              <a:latin typeface="Gill Sans MT" charset="0"/>
            </a:endParaRPr>
          </a:p>
          <a:p>
            <a:pPr marL="57150" indent="0" algn="just">
              <a:buNone/>
              <a:defRPr/>
            </a:pPr>
            <a:r>
              <a:rPr lang="en-GB" sz="2400" dirty="0">
                <a:latin typeface="Gill Sans MT" charset="0"/>
              </a:rPr>
              <a:t>How it works:</a:t>
            </a:r>
          </a:p>
          <a:p>
            <a:pPr marL="400050" algn="just">
              <a:defRPr/>
            </a:pPr>
            <a:r>
              <a:rPr lang="en-GB" sz="2400" dirty="0">
                <a:latin typeface="Gill Sans MT" charset="0"/>
              </a:rPr>
              <a:t>A </a:t>
            </a:r>
            <a:r>
              <a:rPr lang="en-US" sz="2400" dirty="0">
                <a:latin typeface="Gill Sans MT" charset="0"/>
              </a:rPr>
              <a:t>n</a:t>
            </a:r>
            <a:r>
              <a:rPr lang="en-US" sz="2400" dirty="0"/>
              <a:t>ode detects a collision and stops transmitting immediately → reduces wasted channel time</a:t>
            </a:r>
          </a:p>
          <a:p>
            <a:pPr marL="400050" algn="just">
              <a:defRPr/>
            </a:pPr>
            <a:r>
              <a:rPr lang="en-GB" sz="2400" dirty="0">
                <a:latin typeface="Gill Sans MT" charset="0"/>
              </a:rPr>
              <a:t>Node sends a jam signal to inform the other nodes that they must not transmit. </a:t>
            </a:r>
          </a:p>
          <a:p>
            <a:pPr marL="400050" algn="just">
              <a:defRPr/>
            </a:pPr>
            <a:r>
              <a:rPr lang="en-GB" sz="2400" dirty="0">
                <a:latin typeface="Gill Sans MT" charset="0"/>
              </a:rPr>
              <a:t> This helps prevents nodes from s</a:t>
            </a:r>
            <a:r>
              <a:rPr lang="en-US" sz="2400" dirty="0"/>
              <a:t>ending a full, damaged frame</a:t>
            </a:r>
            <a:r>
              <a:rPr lang="en-GB" sz="2400" dirty="0">
                <a:latin typeface="Gill Sans MT" charset="0"/>
              </a:rPr>
              <a:t>. </a:t>
            </a:r>
          </a:p>
          <a:p>
            <a:pPr marL="400050" algn="just">
              <a:defRPr/>
            </a:pPr>
            <a:endParaRPr lang="en-GB" sz="1800" dirty="0">
              <a:latin typeface="Gill Sans MT" charset="0"/>
            </a:endParaRPr>
          </a:p>
          <a:p>
            <a:pPr marL="400050" algn="just">
              <a:defRPr/>
            </a:pPr>
            <a:endParaRPr lang="en-GB" sz="1800" dirty="0">
              <a:latin typeface="Gill Sans MT" charset="0"/>
            </a:endParaRPr>
          </a:p>
          <a:p>
            <a:pPr marL="400050" algn="just">
              <a:defRPr/>
            </a:pPr>
            <a:endParaRPr lang="en-GB" sz="1800" dirty="0">
              <a:latin typeface="Gill Sans MT" charset="0"/>
            </a:endParaRPr>
          </a:p>
          <a:p>
            <a:pPr marL="457200" lvl="1" indent="0">
              <a:buNone/>
              <a:defRPr/>
            </a:pPr>
            <a:endParaRPr lang="en-US" sz="200" dirty="0">
              <a:latin typeface="Gill Sans MT" charset="0"/>
            </a:endParaRP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  <a:latin typeface="Gill Sans MT" charset="0"/>
                <a:cs typeface="+mn-cs"/>
              </a:rPr>
              <a:t>Collision detection: 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Collisions are detected within a short time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Developed for Wired Ethernet (IEEE 802.3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29</a:t>
            </a:fld>
            <a:endParaRPr lang="en-US" sz="1200" dirty="0">
              <a:latin typeface="Tahoma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A2F0FC-60BF-BA7C-0BA9-FDFC6F8A05AB}"/>
              </a:ext>
            </a:extLst>
          </p:cNvPr>
          <p:cNvSpPr txBox="1"/>
          <p:nvPr/>
        </p:nvSpPr>
        <p:spPr>
          <a:xfrm>
            <a:off x="4583016" y="4986528"/>
            <a:ext cx="4176347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0000"/>
                </a:solidFill>
                <a:latin typeface="+mj-lt"/>
              </a:rPr>
              <a:t>Human Analogy </a:t>
            </a:r>
          </a:p>
          <a:p>
            <a:r>
              <a:rPr lang="en-GB" sz="1200" dirty="0">
                <a:solidFill>
                  <a:srgbClr val="002060"/>
                </a:solidFill>
                <a:latin typeface="+mj-lt"/>
              </a:rPr>
              <a:t>If someone else begins talking at the same time, stop talking!</a:t>
            </a:r>
            <a:endParaRPr lang="en-ZA" sz="12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1FBCF-DB3D-F1EB-A240-635A88CA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486998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31" y="805770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265931" y="0"/>
            <a:ext cx="8464550" cy="1004888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CSMA/ CA (Collision Avoidance)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4913" y="1044695"/>
            <a:ext cx="8873800" cy="160904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cs typeface="+mn-cs"/>
              </a:rPr>
              <a:t>Nodes listens to the channel before transmitting:</a:t>
            </a:r>
          </a:p>
          <a:p>
            <a:pPr>
              <a:defRPr/>
            </a:pPr>
            <a:r>
              <a:rPr lang="en-US" sz="2400" dirty="0">
                <a:solidFill>
                  <a:srgbClr val="000099"/>
                </a:solidFill>
                <a:cs typeface="+mn-cs"/>
              </a:rPr>
              <a:t>if channel is idle:</a:t>
            </a:r>
            <a:r>
              <a:rPr lang="en-US" sz="2400" dirty="0">
                <a:cs typeface="+mn-cs"/>
              </a:rPr>
              <a:t> transmit entire frame</a:t>
            </a:r>
          </a:p>
          <a:p>
            <a:pPr>
              <a:defRPr/>
            </a:pPr>
            <a:r>
              <a:rPr lang="en-US" sz="2400" dirty="0">
                <a:solidFill>
                  <a:srgbClr val="000099"/>
                </a:solidFill>
                <a:cs typeface="+mn-cs"/>
              </a:rPr>
              <a:t>if channel busy</a:t>
            </a:r>
            <a:r>
              <a:rPr lang="en-US" sz="2400" dirty="0">
                <a:cs typeface="+mn-cs"/>
              </a:rPr>
              <a:t>, wait until channel is idle to transmit (delay)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cs typeface="+mn-cs"/>
              </a:rPr>
              <a:t>Developed for wireless networks </a:t>
            </a:r>
            <a:r>
              <a:rPr lang="en-US" sz="2400" dirty="0">
                <a:cs typeface="+mn-cs"/>
              </a:rPr>
              <a:t>802.11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30</a:t>
            </a:fld>
            <a:endParaRPr lang="en-US" sz="1200" dirty="0">
              <a:latin typeface="Tahoma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A2D17DF-F854-4F12-BE61-11E3BBA86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87" y="2917697"/>
            <a:ext cx="4493378" cy="317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defRPr/>
            </a:pPr>
            <a:r>
              <a:rPr lang="en-US" sz="2400" kern="0" dirty="0">
                <a:solidFill>
                  <a:srgbClr val="CC0000"/>
                </a:solidFill>
                <a:cs typeface="+mn-cs"/>
              </a:rPr>
              <a:t>collisions </a:t>
            </a:r>
            <a:r>
              <a:rPr lang="en-US" sz="2400" i="1" kern="0" dirty="0">
                <a:solidFill>
                  <a:srgbClr val="CC0000"/>
                </a:solidFill>
                <a:cs typeface="+mn-cs"/>
              </a:rPr>
              <a:t>can</a:t>
            </a:r>
            <a:r>
              <a:rPr lang="en-US" sz="2400" kern="0" dirty="0">
                <a:solidFill>
                  <a:srgbClr val="CC0000"/>
                </a:solidFill>
                <a:cs typeface="+mn-cs"/>
              </a:rPr>
              <a:t> still occur: </a:t>
            </a:r>
            <a:r>
              <a:rPr lang="en-US" sz="2400" kern="0" dirty="0">
                <a:cs typeface="+mn-cs"/>
              </a:rPr>
              <a:t>due to propagation delay </a:t>
            </a:r>
            <a:r>
              <a:rPr lang="en-NA" sz="2400" dirty="0"/>
              <a:t>→ </a:t>
            </a:r>
            <a:r>
              <a:rPr lang="en-US" sz="2400" dirty="0"/>
              <a:t>when</a:t>
            </a:r>
            <a:r>
              <a:rPr lang="en-US" sz="2400" kern="0" dirty="0">
                <a:cs typeface="+mn-cs"/>
              </a:rPr>
              <a:t> two nodes are far apart and don’t hear each other</a:t>
            </a:r>
            <a:r>
              <a:rPr lang="ja-JP" altLang="en-US" sz="2400" kern="0" dirty="0">
                <a:cs typeface="+mn-cs"/>
              </a:rPr>
              <a:t>’</a:t>
            </a:r>
            <a:r>
              <a:rPr lang="en-US" sz="2400" kern="0" dirty="0">
                <a:cs typeface="+mn-cs"/>
              </a:rPr>
              <a:t>s transmission.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sz="1400" kern="0" dirty="0">
              <a:cs typeface="+mn-cs"/>
            </a:endParaRPr>
          </a:p>
          <a:p>
            <a:pPr>
              <a:defRPr/>
            </a:pPr>
            <a:r>
              <a:rPr lang="en-US" sz="2400" kern="0" dirty="0">
                <a:solidFill>
                  <a:srgbClr val="CC0000"/>
                </a:solidFill>
                <a:cs typeface="+mn-cs"/>
              </a:rPr>
              <a:t>note: </a:t>
            </a:r>
            <a:r>
              <a:rPr lang="en-US" sz="2400" kern="0" dirty="0">
                <a:cs typeface="+mn-cs"/>
              </a:rPr>
              <a:t>distance &amp; propagation delay play a role in determining collision probability.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57B1D-6523-39F4-92E6-B25022565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433" y="4085177"/>
            <a:ext cx="3139721" cy="21107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2406AF-DFE6-855C-E45F-D36D1B1671C5}"/>
              </a:ext>
            </a:extLst>
          </p:cNvPr>
          <p:cNvSpPr txBox="1"/>
          <p:nvPr/>
        </p:nvSpPr>
        <p:spPr>
          <a:xfrm>
            <a:off x="6001388" y="2735346"/>
            <a:ext cx="2353852" cy="1015663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i="1" dirty="0">
                <a:solidFill>
                  <a:srgbClr val="FF0000"/>
                </a:solidFill>
                <a:latin typeface="+mn-lt"/>
                <a:cs typeface="+mn-cs"/>
              </a:rPr>
              <a:t>HUMAN ANALOGY</a:t>
            </a:r>
          </a:p>
          <a:p>
            <a:pPr algn="ctr">
              <a:defRPr/>
            </a:pPr>
            <a:endParaRPr lang="en-US" sz="800" b="1" i="1" dirty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1600" i="1" dirty="0">
                <a:solidFill>
                  <a:srgbClr val="000099"/>
                </a:solidFill>
                <a:latin typeface="+mn-lt"/>
                <a:cs typeface="+mn-cs"/>
              </a:rPr>
              <a:t>Listen before speaking</a:t>
            </a:r>
          </a:p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1600" i="1" dirty="0">
                <a:solidFill>
                  <a:srgbClr val="000099"/>
                </a:solidFill>
                <a:latin typeface="+mn-lt"/>
                <a:cs typeface="+mn-cs"/>
              </a:rPr>
              <a:t>Don</a:t>
            </a:r>
            <a:r>
              <a:rPr lang="ja-JP" altLang="en-US" sz="1600" i="1" dirty="0">
                <a:solidFill>
                  <a:srgbClr val="000099"/>
                </a:solidFill>
                <a:latin typeface="+mn-lt"/>
                <a:cs typeface="+mn-cs"/>
              </a:rPr>
              <a:t>’</a:t>
            </a:r>
            <a:r>
              <a:rPr lang="en-US" sz="1600" i="1" dirty="0">
                <a:solidFill>
                  <a:srgbClr val="000099"/>
                </a:solidFill>
                <a:latin typeface="+mn-lt"/>
                <a:cs typeface="+mn-cs"/>
              </a:rPr>
              <a:t>t interrupt others</a:t>
            </a:r>
            <a:r>
              <a:rPr lang="en-US" i="1" dirty="0">
                <a:solidFill>
                  <a:srgbClr val="000099"/>
                </a:solidFill>
                <a:latin typeface="+mn-lt"/>
                <a:cs typeface="+mn-cs"/>
              </a:rPr>
              <a:t>!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2B72391-444F-A215-33C4-D60790AF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136154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1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41" y="910815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305594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ja-JP" dirty="0">
                <a:latin typeface="Gill Sans MT" charset="0"/>
                <a:cs typeface="+mj-cs"/>
              </a:rPr>
              <a:t>3. </a:t>
            </a:r>
            <a:r>
              <a:rPr lang="ja-JP" altLang="en-US" dirty="0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 dirty="0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74311" y="1143000"/>
            <a:ext cx="8770743" cy="4648200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GB" dirty="0">
                <a:latin typeface="Gill Sans MT" charset="0"/>
              </a:rPr>
              <a:t>Nodes take turns to transmit on the channel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GB" dirty="0">
                <a:latin typeface="Gill Sans MT" charset="0"/>
              </a:rPr>
              <a:t>Nodes with more to send can take longer turns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endParaRPr lang="en-US" dirty="0">
              <a:latin typeface="Gill Sans MT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Gill Sans MT" charset="0"/>
              </a:rPr>
              <a:t>Examples of taking turns protocols: </a:t>
            </a:r>
          </a:p>
          <a:p>
            <a:pPr lvl="2">
              <a:defRPr/>
            </a:pP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Polling protocols</a:t>
            </a:r>
          </a:p>
          <a:p>
            <a:pPr lvl="2">
              <a:defRPr/>
            </a:pP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Token-passing protocols</a:t>
            </a:r>
          </a:p>
          <a:p>
            <a:pPr marL="457200" lvl="1" indent="0">
              <a:buNone/>
              <a:defRPr/>
            </a:pPr>
            <a:endParaRPr lang="en-US" sz="2000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31</a:t>
            </a:fld>
            <a:endParaRPr lang="en-US" sz="1200" dirty="0">
              <a:latin typeface="Tahoma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963097-6B59-E3CE-A4F7-E5A64542C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746896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9" name="Group 55"/>
          <p:cNvGrpSpPr>
            <a:grpSpLocks/>
          </p:cNvGrpSpPr>
          <p:nvPr/>
        </p:nvGrpSpPr>
        <p:grpSpPr bwMode="auto">
          <a:xfrm>
            <a:off x="4398963" y="4154488"/>
            <a:ext cx="781050" cy="681037"/>
            <a:chOff x="-44" y="1473"/>
            <a:chExt cx="981" cy="1105"/>
          </a:xfrm>
        </p:grpSpPr>
        <p:pic>
          <p:nvPicPr>
            <p:cNvPr id="111652" name="Picture 56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3" name="Freeform 5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620" name="Group 58"/>
          <p:cNvGrpSpPr>
            <a:grpSpLocks/>
          </p:cNvGrpSpPr>
          <p:nvPr/>
        </p:nvGrpSpPr>
        <p:grpSpPr bwMode="auto">
          <a:xfrm>
            <a:off x="4691063" y="3549650"/>
            <a:ext cx="781050" cy="681038"/>
            <a:chOff x="-44" y="1473"/>
            <a:chExt cx="981" cy="1105"/>
          </a:xfrm>
        </p:grpSpPr>
        <p:pic>
          <p:nvPicPr>
            <p:cNvPr id="111650" name="Picture 59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1" name="Freeform 6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621" name="Group 61"/>
          <p:cNvGrpSpPr>
            <a:grpSpLocks/>
          </p:cNvGrpSpPr>
          <p:nvPr/>
        </p:nvGrpSpPr>
        <p:grpSpPr bwMode="auto">
          <a:xfrm>
            <a:off x="4972050" y="2935288"/>
            <a:ext cx="781050" cy="681037"/>
            <a:chOff x="-44" y="1473"/>
            <a:chExt cx="981" cy="1105"/>
          </a:xfrm>
        </p:grpSpPr>
        <p:pic>
          <p:nvPicPr>
            <p:cNvPr id="111648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9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622" name="Group 64"/>
          <p:cNvGrpSpPr>
            <a:grpSpLocks/>
          </p:cNvGrpSpPr>
          <p:nvPr/>
        </p:nvGrpSpPr>
        <p:grpSpPr bwMode="auto">
          <a:xfrm>
            <a:off x="5273675" y="2354263"/>
            <a:ext cx="781050" cy="681037"/>
            <a:chOff x="-44" y="1473"/>
            <a:chExt cx="981" cy="1105"/>
          </a:xfrm>
        </p:grpSpPr>
        <p:pic>
          <p:nvPicPr>
            <p:cNvPr id="111646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7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623" name="Group 67"/>
          <p:cNvGrpSpPr>
            <a:grpSpLocks/>
          </p:cNvGrpSpPr>
          <p:nvPr/>
        </p:nvGrpSpPr>
        <p:grpSpPr bwMode="auto">
          <a:xfrm flipH="1">
            <a:off x="6810375" y="2600325"/>
            <a:ext cx="781050" cy="681038"/>
            <a:chOff x="-44" y="1473"/>
            <a:chExt cx="981" cy="1105"/>
          </a:xfrm>
        </p:grpSpPr>
        <p:pic>
          <p:nvPicPr>
            <p:cNvPr id="111644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5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48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679" y="1283147"/>
            <a:ext cx="4543634" cy="5062538"/>
          </a:xfrm>
        </p:spPr>
        <p:txBody>
          <a:bodyPr/>
          <a:lstStyle/>
          <a:p>
            <a:pPr marL="238125" indent="-238125">
              <a:defRPr/>
            </a:pPr>
            <a:r>
              <a:rPr lang="en-GB" sz="2400" dirty="0">
                <a:latin typeface="Gill Sans MT" charset="0"/>
                <a:cs typeface="+mn-cs"/>
              </a:rPr>
              <a:t>Requires one of the nodes to be designated as a master node. </a:t>
            </a:r>
          </a:p>
          <a:p>
            <a:pPr marL="238125" indent="-238125">
              <a:defRPr/>
            </a:pPr>
            <a:r>
              <a:rPr lang="en-GB" sz="2400" dirty="0">
                <a:latin typeface="Gill Sans MT" charset="0"/>
                <a:cs typeface="+mn-cs"/>
              </a:rPr>
              <a:t>The master node polls each of the nodes in a round-robin fashion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inviting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them to transmit in turns</a:t>
            </a:r>
          </a:p>
          <a:p>
            <a:pPr marL="238125" indent="-238125">
              <a:defRPr/>
            </a:pPr>
            <a:r>
              <a:rPr lang="en-US" sz="2400" dirty="0"/>
              <a:t>Collisions and empty slots are eliminated</a:t>
            </a:r>
          </a:p>
          <a:p>
            <a:pPr marL="238125" indent="-238125">
              <a:defRPr/>
            </a:pPr>
            <a:r>
              <a:rPr lang="en-GB" sz="2400" dirty="0">
                <a:latin typeface="Gill Sans MT" charset="0"/>
                <a:cs typeface="+mn-cs"/>
              </a:rPr>
              <a:t>More efficient </a:t>
            </a:r>
            <a:r>
              <a:rPr lang="en-GB" sz="2400" dirty="0"/>
              <a:t>compared to random-access protocols</a:t>
            </a: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34826" name="Line 24"/>
          <p:cNvSpPr>
            <a:spLocks noChangeShapeType="1"/>
          </p:cNvSpPr>
          <p:nvPr/>
        </p:nvSpPr>
        <p:spPr bwMode="auto">
          <a:xfrm flipH="1">
            <a:off x="5286375" y="2717800"/>
            <a:ext cx="927100" cy="177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827" name="Line 25"/>
          <p:cNvSpPr>
            <a:spLocks noChangeShapeType="1"/>
          </p:cNvSpPr>
          <p:nvPr/>
        </p:nvSpPr>
        <p:spPr bwMode="auto">
          <a:xfrm>
            <a:off x="5927725" y="2768600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828" name="Line 31"/>
          <p:cNvSpPr>
            <a:spLocks noChangeShapeType="1"/>
          </p:cNvSpPr>
          <p:nvPr/>
        </p:nvSpPr>
        <p:spPr bwMode="auto">
          <a:xfrm>
            <a:off x="6076950" y="2982913"/>
            <a:ext cx="85883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829" name="Line 35"/>
          <p:cNvSpPr>
            <a:spLocks noChangeShapeType="1"/>
          </p:cNvSpPr>
          <p:nvPr/>
        </p:nvSpPr>
        <p:spPr bwMode="auto">
          <a:xfrm>
            <a:off x="5656263" y="32972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830" name="Line 37"/>
          <p:cNvSpPr>
            <a:spLocks noChangeShapeType="1"/>
          </p:cNvSpPr>
          <p:nvPr/>
        </p:nvSpPr>
        <p:spPr bwMode="auto">
          <a:xfrm>
            <a:off x="5384800" y="382587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831" name="Line 39"/>
          <p:cNvSpPr>
            <a:spLocks noChangeShapeType="1"/>
          </p:cNvSpPr>
          <p:nvPr/>
        </p:nvSpPr>
        <p:spPr bwMode="auto">
          <a:xfrm>
            <a:off x="5113338" y="4354513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832" name="Text Box 40"/>
          <p:cNvSpPr txBox="1">
            <a:spLocks noChangeArrowheads="1"/>
          </p:cNvSpPr>
          <p:nvPr/>
        </p:nvSpPr>
        <p:spPr bwMode="auto">
          <a:xfrm>
            <a:off x="6638925" y="3222625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master</a:t>
            </a:r>
          </a:p>
        </p:txBody>
      </p:sp>
      <p:sp>
        <p:nvSpPr>
          <p:cNvPr id="34833" name="Text Box 41"/>
          <p:cNvSpPr txBox="1">
            <a:spLocks noChangeArrowheads="1"/>
          </p:cNvSpPr>
          <p:nvPr/>
        </p:nvSpPr>
        <p:spPr bwMode="auto">
          <a:xfrm>
            <a:off x="4464050" y="4808538"/>
            <a:ext cx="90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slaves</a:t>
            </a:r>
          </a:p>
        </p:txBody>
      </p:sp>
      <p:grpSp>
        <p:nvGrpSpPr>
          <p:cNvPr id="184364" name="Group 44"/>
          <p:cNvGrpSpPr>
            <a:grpSpLocks/>
          </p:cNvGrpSpPr>
          <p:nvPr/>
        </p:nvGrpSpPr>
        <p:grpSpPr bwMode="auto">
          <a:xfrm>
            <a:off x="6823075" y="2636838"/>
            <a:ext cx="560388" cy="336550"/>
            <a:chOff x="4212" y="2864"/>
            <a:chExt cx="353" cy="212"/>
          </a:xfrm>
        </p:grpSpPr>
        <p:sp>
          <p:nvSpPr>
            <p:cNvPr id="34843" name="Rectangle 42"/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844" name="Text Box 43"/>
            <p:cNvSpPr txBox="1">
              <a:spLocks noChangeArrowheads="1"/>
            </p:cNvSpPr>
            <p:nvPr/>
          </p:nvSpPr>
          <p:spPr bwMode="auto"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poll</a:t>
              </a:r>
            </a:p>
          </p:txBody>
        </p:sp>
      </p:grpSp>
      <p:grpSp>
        <p:nvGrpSpPr>
          <p:cNvPr id="184368" name="Group 48"/>
          <p:cNvGrpSpPr>
            <a:grpSpLocks/>
          </p:cNvGrpSpPr>
          <p:nvPr/>
        </p:nvGrpSpPr>
        <p:grpSpPr bwMode="auto">
          <a:xfrm>
            <a:off x="4872038" y="3559175"/>
            <a:ext cx="595312" cy="336550"/>
            <a:chOff x="4415" y="2364"/>
            <a:chExt cx="375" cy="212"/>
          </a:xfrm>
        </p:grpSpPr>
        <p:sp>
          <p:nvSpPr>
            <p:cNvPr id="34841" name="Rectangle 46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842" name="Text Box 47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data</a:t>
              </a:r>
            </a:p>
          </p:txBody>
        </p:sp>
      </p:grpSp>
      <p:grpSp>
        <p:nvGrpSpPr>
          <p:cNvPr id="184369" name="Group 49"/>
          <p:cNvGrpSpPr>
            <a:grpSpLocks/>
          </p:cNvGrpSpPr>
          <p:nvPr/>
        </p:nvGrpSpPr>
        <p:grpSpPr bwMode="auto">
          <a:xfrm>
            <a:off x="5378450" y="2441575"/>
            <a:ext cx="595313" cy="336550"/>
            <a:chOff x="4415" y="2364"/>
            <a:chExt cx="375" cy="212"/>
          </a:xfrm>
        </p:grpSpPr>
        <p:sp>
          <p:nvSpPr>
            <p:cNvPr id="34839" name="Rectangle 50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840" name="Text Box 51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data</a:t>
              </a:r>
            </a:p>
          </p:txBody>
        </p:sp>
      </p:grpSp>
      <p:pic>
        <p:nvPicPr>
          <p:cNvPr id="111636" name="Picture 5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31" y="848519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38" name="Rectangle 54"/>
          <p:cNvSpPr>
            <a:spLocks noGrp="1" noChangeArrowheads="1"/>
          </p:cNvSpPr>
          <p:nvPr>
            <p:ph type="title"/>
          </p:nvPr>
        </p:nvSpPr>
        <p:spPr>
          <a:xfrm>
            <a:off x="422275" y="-35719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GB" dirty="0">
                <a:latin typeface="Gill Sans MT" charset="0"/>
                <a:cs typeface="+mj-cs"/>
              </a:rPr>
              <a:t>Polling</a:t>
            </a:r>
            <a:r>
              <a:rPr lang="ja-JP" altLang="en-US" dirty="0">
                <a:latin typeface="Gill Sans MT" charset="0"/>
                <a:cs typeface="+mj-cs"/>
              </a:rPr>
              <a:t> </a:t>
            </a:r>
            <a:r>
              <a:rPr lang="en-US" dirty="0">
                <a:latin typeface="Gill Sans MT" charset="0"/>
                <a:cs typeface="+mj-cs"/>
              </a:rPr>
              <a:t>protocols</a:t>
            </a: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6-</a:t>
            </a:r>
            <a:fld id="{8E8C6E93-DF5B-BC4B-80F9-500DED1EEDC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B6635AA-761A-C428-0383-5987D64C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389264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09254 -1.85185E-6 L -0.07882 -0.03495 L -0.1526 -0.03495 " pathEditMode="relative" ptsTypes="AAAA">
                                      <p:cBhvr>
                                        <p:cTn id="9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7.40741E-7 L 0.07119 -0.00162 L 0.0599 0.03171 L 0.15122 0.03009 " pathEditMode="relative" ptsTypes="AAAA">
                                      <p:cBhvr>
                                        <p:cTn id="18" dur="2000" fill="hold"/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08872 -1.85185E-6 L -0.14375 0.14167 L -0.21753 0.14167 " pathEditMode="relative" ptsTypes="AAAA">
                                      <p:cBhvr>
                                        <p:cTn id="28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2963E-6 L 0.07135 -0.00161 L 0.11754 -0.13171 L 0.21129 -0.13333 " pathEditMode="relative" ptsTypes="AAAA">
                                      <p:cBhvr>
                                        <p:cTn id="37" dur="2000" fill="hold"/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7" name="Group 21"/>
          <p:cNvGrpSpPr>
            <a:grpSpLocks/>
          </p:cNvGrpSpPr>
          <p:nvPr/>
        </p:nvGrpSpPr>
        <p:grpSpPr bwMode="auto">
          <a:xfrm>
            <a:off x="7675104" y="3584910"/>
            <a:ext cx="781050" cy="681038"/>
            <a:chOff x="-44" y="1473"/>
            <a:chExt cx="981" cy="1105"/>
          </a:xfrm>
        </p:grpSpPr>
        <p:pic>
          <p:nvPicPr>
            <p:cNvPr id="113685" name="Picture 2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6" name="Freeform 2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3668" name="Group 24"/>
          <p:cNvGrpSpPr>
            <a:grpSpLocks/>
          </p:cNvGrpSpPr>
          <p:nvPr/>
        </p:nvGrpSpPr>
        <p:grpSpPr bwMode="auto">
          <a:xfrm>
            <a:off x="5011197" y="3515975"/>
            <a:ext cx="781050" cy="681037"/>
            <a:chOff x="-44" y="1473"/>
            <a:chExt cx="981" cy="1105"/>
          </a:xfrm>
        </p:grpSpPr>
        <p:pic>
          <p:nvPicPr>
            <p:cNvPr id="113683" name="Picture 2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4" name="Freeform 2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3669" name="Group 27"/>
          <p:cNvGrpSpPr>
            <a:grpSpLocks/>
          </p:cNvGrpSpPr>
          <p:nvPr/>
        </p:nvGrpSpPr>
        <p:grpSpPr bwMode="auto">
          <a:xfrm>
            <a:off x="6345167" y="1776612"/>
            <a:ext cx="781050" cy="681037"/>
            <a:chOff x="-44" y="1473"/>
            <a:chExt cx="981" cy="1105"/>
          </a:xfrm>
        </p:grpSpPr>
        <p:pic>
          <p:nvPicPr>
            <p:cNvPr id="113681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2" name="Freeform 2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3670" name="Group 30"/>
          <p:cNvGrpSpPr>
            <a:grpSpLocks/>
          </p:cNvGrpSpPr>
          <p:nvPr/>
        </p:nvGrpSpPr>
        <p:grpSpPr bwMode="auto">
          <a:xfrm>
            <a:off x="6375496" y="5094339"/>
            <a:ext cx="781050" cy="681037"/>
            <a:chOff x="-44" y="1473"/>
            <a:chExt cx="981" cy="1105"/>
          </a:xfrm>
        </p:grpSpPr>
        <p:pic>
          <p:nvPicPr>
            <p:cNvPr id="113679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0" name="Freeform 3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368806" y="1261757"/>
            <a:ext cx="4554969" cy="436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lvl="0" indent="-231775" algn="just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Token: a small special frame that gives a node permission to transmit on the network</a:t>
            </a:r>
          </a:p>
          <a:p>
            <a:pPr marL="231775" marR="0" lvl="0" indent="-231775" algn="just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T</a:t>
            </a:r>
            <a:r>
              <a:rPr kumimoji="0" lang="en-US" sz="240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oken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passed from one node to next sequentially in a network.</a:t>
            </a:r>
          </a:p>
          <a:p>
            <a:pPr marL="231775" lvl="0" indent="-231775" algn="just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Node holding the token is granted permission to transmit data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.</a:t>
            </a:r>
          </a:p>
          <a:p>
            <a:pPr marL="231775" lvl="0" indent="-231775" algn="just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GB" sz="2400" dirty="0">
                <a:solidFill>
                  <a:srgbClr val="000000"/>
                </a:solidFill>
                <a:latin typeface="Gill Sans MT" charset="0"/>
                <a:cs typeface="+mn-cs"/>
              </a:rPr>
              <a:t>O</a:t>
            </a:r>
            <a:r>
              <a:rPr kumimoji="0" lang="en-GB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nly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one node </a:t>
            </a:r>
            <a:r>
              <a:rPr lang="en-GB" sz="2400" dirty="0">
                <a:solidFill>
                  <a:srgbClr val="000000"/>
                </a:solidFill>
                <a:latin typeface="Gill Sans MT" charset="0"/>
                <a:cs typeface="+mn-cs"/>
              </a:rPr>
              <a:t>can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send at a time</a:t>
            </a:r>
            <a:r>
              <a:rPr lang="en-GB" sz="2400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  <a:r>
              <a:rPr lang="en-NA" sz="2400" dirty="0"/>
              <a:t>→ </a:t>
            </a:r>
            <a:r>
              <a:rPr lang="en-US" sz="2400" dirty="0"/>
              <a:t>avoids collisions on the shared medium</a:t>
            </a:r>
          </a:p>
          <a:p>
            <a:pPr marL="231775" lvl="0" indent="-231775" algn="just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Token passing is decentralized and highly efficient.</a:t>
            </a:r>
          </a:p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</a:p>
        </p:txBody>
      </p:sp>
      <p:sp>
        <p:nvSpPr>
          <p:cNvPr id="35849" name="Oval 8"/>
          <p:cNvSpPr>
            <a:spLocks noChangeArrowheads="1"/>
          </p:cNvSpPr>
          <p:nvPr/>
        </p:nvSpPr>
        <p:spPr bwMode="auto">
          <a:xfrm>
            <a:off x="5825045" y="2378889"/>
            <a:ext cx="2046287" cy="27781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72780" name="Rectangle 12"/>
          <p:cNvSpPr>
            <a:spLocks noChangeArrowheads="1"/>
          </p:cNvSpPr>
          <p:nvPr/>
        </p:nvSpPr>
        <p:spPr bwMode="auto">
          <a:xfrm>
            <a:off x="6593220" y="1664275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</a:t>
            </a:r>
          </a:p>
        </p:txBody>
      </p:sp>
      <p:sp>
        <p:nvSpPr>
          <p:cNvPr id="672783" name="Rectangle 15"/>
          <p:cNvSpPr>
            <a:spLocks noChangeArrowheads="1"/>
          </p:cNvSpPr>
          <p:nvPr/>
        </p:nvSpPr>
        <p:spPr bwMode="auto">
          <a:xfrm>
            <a:off x="6497828" y="5716975"/>
            <a:ext cx="811213" cy="320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data</a:t>
            </a:r>
          </a:p>
        </p:txBody>
      </p:sp>
      <p:sp>
        <p:nvSpPr>
          <p:cNvPr id="672784" name="Text Box 16"/>
          <p:cNvSpPr txBox="1">
            <a:spLocks noChangeArrowheads="1"/>
          </p:cNvSpPr>
          <p:nvPr/>
        </p:nvSpPr>
        <p:spPr bwMode="auto">
          <a:xfrm>
            <a:off x="5182136" y="4126831"/>
            <a:ext cx="8641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(nothing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to send)</a:t>
            </a:r>
          </a:p>
        </p:txBody>
      </p:sp>
      <p:sp>
        <p:nvSpPr>
          <p:cNvPr id="672785" name="Rectangle 17"/>
          <p:cNvSpPr>
            <a:spLocks noChangeArrowheads="1"/>
          </p:cNvSpPr>
          <p:nvPr/>
        </p:nvSpPr>
        <p:spPr bwMode="auto">
          <a:xfrm>
            <a:off x="5533887" y="3511218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</a:t>
            </a:r>
          </a:p>
        </p:txBody>
      </p:sp>
      <p:pic>
        <p:nvPicPr>
          <p:cNvPr id="113677" name="Picture 19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897439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5" name="Rectangle 20"/>
          <p:cNvSpPr>
            <a:spLocks noGrp="1" noChangeArrowheads="1"/>
          </p:cNvSpPr>
          <p:nvPr>
            <p:ph type="title"/>
          </p:nvPr>
        </p:nvSpPr>
        <p:spPr>
          <a:xfrm>
            <a:off x="455613" y="-25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ZA" altLang="ja-JP" dirty="0">
                <a:latin typeface="Gill Sans MT" charset="0"/>
                <a:cs typeface="+mj-cs"/>
              </a:rPr>
              <a:t>Token-passing </a:t>
            </a:r>
            <a:r>
              <a:rPr lang="en-US" dirty="0">
                <a:latin typeface="Gill Sans MT" charset="0"/>
                <a:cs typeface="+mj-cs"/>
              </a:rPr>
              <a:t>protocols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6-</a:t>
            </a:r>
            <a:fld id="{8E8C6E93-DF5B-BC4B-80F9-500DED1EEDC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F0D8808-A655-E4F0-0F2F-4C15EF98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5801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3658 C 0.00694 0.06435 0.00121 0.09283 0.00139 0.10509 C 0.00156 0.11736 0.00659 0.10695 0.00017 0.10996 C -0.00625 0.11297 -0.02361 0.11273 -0.03733 0.12338 C -0.05104 0.13403 -0.06945 0.14445 -0.08229 0.17338 C -0.09514 0.20232 -0.1033 0.27847 -0.11476 0.29676 C -0.12622 0.31505 -0.14341 0.28611 -0.15104 0.28334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C 0.01354 -0.0044 0.02708 -0.0088 0.03507 0.00671 C 0.04305 0.02222 0.04236 0.06875 0.04757 0.09328 C 0.05278 0.11782 0.05538 0.13402 0.06632 0.15347 C 0.07726 0.17291 0.09983 0.19861 0.11371 0.20995 C 0.1276 0.22129 0.1434 0.20926 0.15 0.22176 C 0.1566 0.23426 0.15521 0.25949 0.15382 0.28495 " pathEditMode="relative" rAng="0" ptsTypes="AAAAAAA">
                                      <p:cBhvr>
                                        <p:cTn id="19" dur="2000" fill="hold"/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43" y="1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 C 0.0132 -0.0581 0.00764 -0.09166 0.01372 -0.10925 C 0.01979 -0.12685 0.04115 -0.11273 0.05504 -0.12939 C 0.06892 -0.14606 0.0875 -0.17939 0.09757 -0.20925 C 0.10764 -0.23912 0.11372 -0.27824 0.11511 -0.30925 C 0.11649 -0.34027 0.11372 -0.36782 0.10625 -0.39606 C 0.09879 -0.4243 0.08455 -0.45949 0.06997 -0.47939 C 0.05538 -0.4993 0.03142 -0.50995 0.01875 -0.51597 C 0.00608 -0.52199 0.00521 -0.51875 -0.00625 -0.51597 C -0.01771 -0.51319 -0.03698 -0.51134 -0.05 -0.4993 C -0.06302 -0.48726 -0.07604 -0.46342 -0.08489 -0.44421 C -0.09375 -0.425 -0.10017 -0.40439 -0.10364 -0.38425 C -0.10712 -0.36412 -0.10555 -0.34375 -0.10625 -0.32268 C -0.10694 -0.30162 -0.11024 -0.278 -0.10746 -0.25763 C -0.10469 -0.23726 -0.09705 -0.21851 -0.08993 -0.20092 C -0.08281 -0.18333 -0.07552 -0.16689 -0.06493 -0.15254 C -0.05434 -0.13819 -0.03767 -0.12106 -0.02621 -0.11435 C -0.01476 -0.10763 -0.00173 -0.11805 0.00382 -0.11273 C 0.00938 -0.1074 0.00677 -0.0993 0.00747 -0.08263 C 0.00816 -0.06597 0.00781 -0.03935 0.00747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5" y="-2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0" grpId="0" animBg="1"/>
      <p:bldP spid="672780" grpId="1" animBg="1"/>
      <p:bldP spid="672783" grpId="0" animBg="1"/>
      <p:bldP spid="672783" grpId="1" animBg="1"/>
      <p:bldP spid="672784" grpId="0"/>
      <p:bldP spid="672785" grpId="0" animBg="1"/>
      <p:bldP spid="672785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342"/>
            <a:ext cx="7772400" cy="1021358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Data Link Layer Addressing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967" y="1065733"/>
            <a:ext cx="8247063" cy="541746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latin typeface="Gill Sans MT" charset="0"/>
                <a:cs typeface="+mn-cs"/>
              </a:rPr>
              <a:t>MAC (physical or Ethernet) address:</a:t>
            </a:r>
            <a:r>
              <a:rPr lang="en-US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latin typeface="Gill Sans MT" charset="0"/>
              </a:rPr>
              <a:t>function:</a:t>
            </a:r>
            <a:r>
              <a:rPr lang="en-US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/>
              <a:t>Used to uniquely identify and to deliver frames between devices on the same Local network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/>
              <a:t>Non-routable address → only works within the same LAN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latin typeface="Gill Sans MT" charset="0"/>
              </a:rPr>
              <a:t>48-bit MAC address burned in into the NIC of a device by the manufacturer     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e.g.: 1A-2F-BB-76-09-AD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latin typeface="Gill Sans MT" charset="0"/>
              </a:rPr>
              <a:t>MAC Structure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latin typeface="Gill Sans MT" charset="0"/>
              </a:rPr>
              <a:t>First 3 bytes = Organizational Unit Identifier (OUI) → identifies the manufacturer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latin typeface="Gill Sans MT" charset="0"/>
              </a:rPr>
              <a:t>Last 3 bytes = NIC number → uniquely identifies the device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kumimoji="0" lang="en-ZA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</a:rPr>
              <a:t>E.g. </a:t>
            </a:r>
            <a:r>
              <a:rPr kumimoji="0" lang="en-GB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/>
                <a:ea typeface="ＭＳ Ｐゴシック" charset="0"/>
              </a:rPr>
              <a:t>00-0C-0E</a:t>
            </a:r>
            <a:r>
              <a:rPr kumimoji="0" lang="en-GB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</a:rPr>
              <a:t>-</a:t>
            </a:r>
            <a:r>
              <a:rPr kumimoji="0" lang="en-GB" i="0" u="sng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/>
                <a:ea typeface="ＭＳ Ｐゴシック" charset="0"/>
              </a:rPr>
              <a:t>15-2A-D7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None/>
              <a:tabLst/>
              <a:defRPr/>
            </a:pPr>
            <a:r>
              <a:rPr kumimoji="0" lang="en-GB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ＭＳ Ｐゴシック" charset="0"/>
              </a:rPr>
              <a:t>                    </a:t>
            </a:r>
            <a:r>
              <a:rPr kumimoji="0" lang="en-GB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/>
                <a:ea typeface="ＭＳ Ｐゴシック" charset="0"/>
              </a:rPr>
              <a:t>OUI          </a:t>
            </a:r>
            <a:r>
              <a:rPr kumimoji="0" lang="en-GB" sz="20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Gill Sans MT"/>
                <a:ea typeface="ＭＳ Ｐゴシック" charset="0"/>
              </a:rPr>
              <a:t>NIC</a:t>
            </a:r>
            <a:endParaRPr lang="en-US" kern="1200" dirty="0">
              <a:solidFill>
                <a:schemeClr val="accent6">
                  <a:lumMod val="75000"/>
                </a:schemeClr>
              </a:solidFill>
              <a:latin typeface="Arial" charset="0"/>
              <a:cs typeface="+mn-cs"/>
            </a:endParaRP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/>
            </a:pPr>
            <a:endParaRPr lang="en-US" sz="2400" baseline="30000" dirty="0">
              <a:latin typeface="Gill Sans MT" charset="0"/>
            </a:endParaRPr>
          </a:p>
          <a:p>
            <a:pPr lvl="2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/>
            </a:pPr>
            <a:endParaRPr lang="en-US" sz="2400" dirty="0">
              <a:latin typeface="Gill Sans MT" charset="0"/>
            </a:endParaRPr>
          </a:p>
          <a:p>
            <a:pPr lvl="1">
              <a:lnSpc>
                <a:spcPct val="90000"/>
              </a:lnSpc>
              <a:defRPr/>
            </a:pPr>
            <a:endParaRPr lang="en-US" dirty="0">
              <a:latin typeface="Gill Sans MT" charset="0"/>
            </a:endParaRPr>
          </a:p>
        </p:txBody>
      </p:sp>
      <p:pic>
        <p:nvPicPr>
          <p:cNvPr id="121861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67" y="855662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34</a:t>
            </a:fld>
            <a:endParaRPr lang="en-US" sz="1200" dirty="0">
              <a:latin typeface="Tahoma" charset="0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D3268F01-42DA-FB76-6F03-0D47F023C7F7}"/>
              </a:ext>
            </a:extLst>
          </p:cNvPr>
          <p:cNvSpPr/>
          <p:nvPr/>
        </p:nvSpPr>
        <p:spPr bwMode="auto">
          <a:xfrm rot="16200000">
            <a:off x="2708341" y="5773361"/>
            <a:ext cx="135652" cy="884255"/>
          </a:xfrm>
          <a:prstGeom prst="lef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938C1FE-50E4-BF35-514E-6E6487D507A3}"/>
              </a:ext>
            </a:extLst>
          </p:cNvPr>
          <p:cNvSpPr/>
          <p:nvPr/>
        </p:nvSpPr>
        <p:spPr bwMode="auto">
          <a:xfrm rot="16200000">
            <a:off x="3909647" y="5745366"/>
            <a:ext cx="135652" cy="884255"/>
          </a:xfrm>
          <a:prstGeom prst="lef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4CE0E8E-8374-5215-8727-DCAACAB6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964745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585788" y="-13494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LAN addresses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502075" y="944534"/>
            <a:ext cx="82284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latin typeface="Gill Sans MT" charset="0"/>
                <a:cs typeface="+mn-cs"/>
              </a:rPr>
              <a:t>Each adapter on LAN has unique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LAN</a:t>
            </a:r>
            <a:r>
              <a:rPr lang="en-US" sz="2800" i="0" dirty="0">
                <a:latin typeface="Gill Sans MT" charset="0"/>
                <a:cs typeface="+mn-cs"/>
              </a:rPr>
              <a:t> address to allow </a:t>
            </a:r>
          </a:p>
          <a:p>
            <a:pPr>
              <a:defRPr/>
            </a:pPr>
            <a:r>
              <a:rPr lang="en-US" sz="2800" i="0" dirty="0">
                <a:latin typeface="Gill Sans MT" charset="0"/>
                <a:cs typeface="+mn-cs"/>
              </a:rPr>
              <a:t>Local communication.</a:t>
            </a:r>
          </a:p>
        </p:txBody>
      </p:sp>
      <p:sp>
        <p:nvSpPr>
          <p:cNvPr id="40966" name="Text Box 18"/>
          <p:cNvSpPr txBox="1">
            <a:spLocks noChangeArrowheads="1"/>
          </p:cNvSpPr>
          <p:nvPr/>
        </p:nvSpPr>
        <p:spPr bwMode="auto">
          <a:xfrm>
            <a:off x="6918325" y="3890963"/>
            <a:ext cx="1428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NIC adapter</a:t>
            </a:r>
          </a:p>
        </p:txBody>
      </p:sp>
      <p:sp>
        <p:nvSpPr>
          <p:cNvPr id="123910" name="Freeform 8"/>
          <p:cNvSpPr>
            <a:spLocks/>
          </p:cNvSpPr>
          <p:nvPr/>
        </p:nvSpPr>
        <p:spPr bwMode="auto">
          <a:xfrm>
            <a:off x="2152650" y="3262313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68" name="Line 19"/>
          <p:cNvSpPr>
            <a:spLocks noChangeShapeType="1"/>
          </p:cNvSpPr>
          <p:nvPr/>
        </p:nvSpPr>
        <p:spPr bwMode="auto">
          <a:xfrm>
            <a:off x="1300163" y="3940175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9" name="Line 20"/>
          <p:cNvSpPr>
            <a:spLocks noChangeShapeType="1"/>
          </p:cNvSpPr>
          <p:nvPr/>
        </p:nvSpPr>
        <p:spPr bwMode="auto">
          <a:xfrm>
            <a:off x="3309938" y="2808288"/>
            <a:ext cx="0" cy="655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0" name="Line 21"/>
          <p:cNvSpPr>
            <a:spLocks noChangeShapeType="1"/>
          </p:cNvSpPr>
          <p:nvPr/>
        </p:nvSpPr>
        <p:spPr bwMode="auto">
          <a:xfrm flipH="1">
            <a:off x="4173538" y="4108450"/>
            <a:ext cx="796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1" name="Line 22"/>
          <p:cNvSpPr>
            <a:spLocks noChangeShapeType="1"/>
          </p:cNvSpPr>
          <p:nvPr/>
        </p:nvSpPr>
        <p:spPr bwMode="auto">
          <a:xfrm flipV="1">
            <a:off x="3271838" y="5113338"/>
            <a:ext cx="0" cy="438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2" name="Text Box 24"/>
          <p:cNvSpPr txBox="1">
            <a:spLocks noChangeArrowheads="1"/>
          </p:cNvSpPr>
          <p:nvPr/>
        </p:nvSpPr>
        <p:spPr bwMode="auto">
          <a:xfrm>
            <a:off x="3630613" y="2513013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0973" name="Line 25"/>
          <p:cNvSpPr>
            <a:spLocks noChangeShapeType="1"/>
          </p:cNvSpPr>
          <p:nvPr/>
        </p:nvSpPr>
        <p:spPr bwMode="auto">
          <a:xfrm flipH="1" flipV="1">
            <a:off x="3449638" y="2652713"/>
            <a:ext cx="25717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4" name="Line 26"/>
          <p:cNvSpPr>
            <a:spLocks noChangeShapeType="1"/>
          </p:cNvSpPr>
          <p:nvPr/>
        </p:nvSpPr>
        <p:spPr bwMode="auto">
          <a:xfrm flipV="1">
            <a:off x="4999038" y="428942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5" name="Text Box 27"/>
          <p:cNvSpPr txBox="1">
            <a:spLocks noChangeArrowheads="1"/>
          </p:cNvSpPr>
          <p:nvPr/>
        </p:nvSpPr>
        <p:spPr bwMode="auto">
          <a:xfrm>
            <a:off x="4479925" y="4662488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0976" name="Line 28"/>
          <p:cNvSpPr>
            <a:spLocks noChangeShapeType="1"/>
          </p:cNvSpPr>
          <p:nvPr/>
        </p:nvSpPr>
        <p:spPr bwMode="auto">
          <a:xfrm flipH="1">
            <a:off x="3375025" y="566737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7" name="Text Box 29"/>
          <p:cNvSpPr txBox="1">
            <a:spLocks noChangeArrowheads="1"/>
          </p:cNvSpPr>
          <p:nvPr/>
        </p:nvSpPr>
        <p:spPr bwMode="auto">
          <a:xfrm>
            <a:off x="3797300" y="5551488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0978" name="Line 30"/>
          <p:cNvSpPr>
            <a:spLocks noChangeShapeType="1"/>
          </p:cNvSpPr>
          <p:nvPr/>
        </p:nvSpPr>
        <p:spPr bwMode="auto">
          <a:xfrm flipV="1">
            <a:off x="1236663" y="4095750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9" name="Text Box 31"/>
          <p:cNvSpPr txBox="1">
            <a:spLocks noChangeArrowheads="1"/>
          </p:cNvSpPr>
          <p:nvPr/>
        </p:nvSpPr>
        <p:spPr bwMode="auto">
          <a:xfrm>
            <a:off x="319088" y="4470400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0980" name="Text Box 32"/>
          <p:cNvSpPr txBox="1">
            <a:spLocks noChangeArrowheads="1"/>
          </p:cNvSpPr>
          <p:nvPr/>
        </p:nvSpPr>
        <p:spPr bwMode="auto">
          <a:xfrm>
            <a:off x="2636838" y="3621088"/>
            <a:ext cx="1085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(wired or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wireless)</a:t>
            </a:r>
          </a:p>
        </p:txBody>
      </p:sp>
      <p:sp>
        <p:nvSpPr>
          <p:cNvPr id="526373" name="Rectangle 37"/>
          <p:cNvSpPr>
            <a:spLocks noChangeArrowheads="1"/>
          </p:cNvSpPr>
          <p:nvPr/>
        </p:nvSpPr>
        <p:spPr bwMode="auto">
          <a:xfrm>
            <a:off x="6727825" y="3941763"/>
            <a:ext cx="160338" cy="2555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3925" name="Group 51"/>
          <p:cNvGrpSpPr>
            <a:grpSpLocks/>
          </p:cNvGrpSpPr>
          <p:nvPr/>
        </p:nvGrpSpPr>
        <p:grpSpPr bwMode="auto">
          <a:xfrm>
            <a:off x="423863" y="3562350"/>
            <a:ext cx="922337" cy="658813"/>
            <a:chOff x="267" y="2244"/>
            <a:chExt cx="581" cy="415"/>
          </a:xfrm>
        </p:grpSpPr>
        <p:sp>
          <p:nvSpPr>
            <p:cNvPr id="526372" name="Rectangle 36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43" name="Group 38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3944" name="Picture 3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5" name="Freeform 4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6" name="Group 50"/>
          <p:cNvGrpSpPr>
            <a:grpSpLocks/>
          </p:cNvGrpSpPr>
          <p:nvPr/>
        </p:nvGrpSpPr>
        <p:grpSpPr bwMode="auto">
          <a:xfrm>
            <a:off x="2744788" y="5559425"/>
            <a:ext cx="812800" cy="833438"/>
            <a:chOff x="1729" y="3502"/>
            <a:chExt cx="512" cy="525"/>
          </a:xfrm>
        </p:grpSpPr>
        <p:sp>
          <p:nvSpPr>
            <p:cNvPr id="526370" name="Rectangle 34"/>
            <p:cNvSpPr>
              <a:spLocks noChangeArrowheads="1"/>
            </p:cNvSpPr>
            <p:nvPr/>
          </p:nvSpPr>
          <p:spPr bwMode="auto">
            <a:xfrm>
              <a:off x="2021" y="3502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9" name="Group 41"/>
            <p:cNvGrpSpPr>
              <a:grpSpLocks/>
            </p:cNvGrpSpPr>
            <p:nvPr/>
          </p:nvGrpSpPr>
          <p:grpSpPr bwMode="auto"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id="123940" name="Picture 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1" name="Freeform 4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7" name="Group 52"/>
          <p:cNvGrpSpPr>
            <a:grpSpLocks/>
          </p:cNvGrpSpPr>
          <p:nvPr/>
        </p:nvGrpSpPr>
        <p:grpSpPr bwMode="auto">
          <a:xfrm>
            <a:off x="2770188" y="2025650"/>
            <a:ext cx="812800" cy="776288"/>
            <a:chOff x="1745" y="1276"/>
            <a:chExt cx="512" cy="489"/>
          </a:xfrm>
        </p:grpSpPr>
        <p:sp>
          <p:nvSpPr>
            <p:cNvPr id="526350" name="Rectangle 14"/>
            <p:cNvSpPr>
              <a:spLocks noChangeArrowheads="1"/>
            </p:cNvSpPr>
            <p:nvPr/>
          </p:nvSpPr>
          <p:spPr bwMode="auto">
            <a:xfrm>
              <a:off x="2039" y="160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5" name="Group 4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393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8" name="Group 53"/>
          <p:cNvGrpSpPr>
            <a:grpSpLocks/>
          </p:cNvGrpSpPr>
          <p:nvPr/>
        </p:nvGrpSpPr>
        <p:grpSpPr bwMode="auto">
          <a:xfrm>
            <a:off x="4868863" y="3836988"/>
            <a:ext cx="812800" cy="658812"/>
            <a:chOff x="3067" y="2417"/>
            <a:chExt cx="512" cy="415"/>
          </a:xfrm>
        </p:grpSpPr>
        <p:sp>
          <p:nvSpPr>
            <p:cNvPr id="526371" name="Rectangle 35"/>
            <p:cNvSpPr>
              <a:spLocks noChangeArrowheads="1"/>
            </p:cNvSpPr>
            <p:nvPr/>
          </p:nvSpPr>
          <p:spPr bwMode="auto">
            <a:xfrm rot="-5400000">
              <a:off x="3162" y="251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1" name="Group 47"/>
            <p:cNvGrpSpPr>
              <a:grpSpLocks/>
            </p:cNvGrpSpPr>
            <p:nvPr/>
          </p:nvGrpSpPr>
          <p:grpSpPr bwMode="auto"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id="123932" name="Picture 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3" name="Freeform 4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23929" name="Picture 20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70" y="857251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35</a:t>
            </a:fld>
            <a:endParaRPr lang="en-US" sz="1200" dirty="0">
              <a:latin typeface="Tahoma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A47F405-F6E6-7B19-1ECB-6CB35554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478891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20" y="850856"/>
            <a:ext cx="6010377" cy="223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399" y="82888"/>
            <a:ext cx="7506630" cy="901700"/>
          </a:xfrm>
        </p:spPr>
        <p:txBody>
          <a:bodyPr/>
          <a:lstStyle/>
          <a:p>
            <a:pPr>
              <a:defRPr/>
            </a:pPr>
            <a:r>
              <a:rPr lang="en-GB" sz="4400" dirty="0"/>
              <a:t>Data Link Layer Protocols</a:t>
            </a:r>
            <a:endParaRPr lang="en-US" sz="4400" dirty="0"/>
          </a:p>
        </p:txBody>
      </p:sp>
      <p:sp>
        <p:nvSpPr>
          <p:cNvPr id="29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36</a:t>
            </a:fld>
            <a:endParaRPr lang="en-US" sz="1200" dirty="0">
              <a:latin typeface="Tahoma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A8A23-7E25-1074-6943-45369E4D1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104899"/>
            <a:ext cx="7922755" cy="49859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3600" dirty="0"/>
              <a:t>Address Resolution Protocol (ARP)</a:t>
            </a:r>
          </a:p>
          <a:p>
            <a:pPr>
              <a:lnSpc>
                <a:spcPct val="150000"/>
              </a:lnSpc>
            </a:pPr>
            <a:r>
              <a:rPr lang="en-GB" sz="3600" dirty="0"/>
              <a:t>Point-To-Point Protocol (PPP)</a:t>
            </a:r>
          </a:p>
          <a:p>
            <a:pPr>
              <a:lnSpc>
                <a:spcPct val="150000"/>
              </a:lnSpc>
            </a:pPr>
            <a:r>
              <a:rPr lang="en-GB" sz="3600" dirty="0"/>
              <a:t>Ethernet</a:t>
            </a:r>
            <a:endParaRPr lang="en-ZA" sz="3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2BFAF7B-4D88-BE0D-98D8-1E9C552E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78680" y="6475895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366027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15" y="731601"/>
            <a:ext cx="8147306" cy="340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09015" y="0"/>
            <a:ext cx="8349850" cy="901700"/>
          </a:xfrm>
        </p:spPr>
        <p:txBody>
          <a:bodyPr/>
          <a:lstStyle/>
          <a:p>
            <a:pPr>
              <a:defRPr/>
            </a:pPr>
            <a:r>
              <a:rPr lang="en-GB" sz="4400" dirty="0"/>
              <a:t>Address Resolution Protocol (ARP)</a:t>
            </a:r>
            <a:endParaRPr lang="en-US" sz="4400" dirty="0"/>
          </a:p>
        </p:txBody>
      </p:sp>
      <p:sp>
        <p:nvSpPr>
          <p:cNvPr id="29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37</a:t>
            </a:fld>
            <a:endParaRPr lang="en-US" sz="1200" dirty="0">
              <a:latin typeface="Tahoma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A8A23-7E25-1074-6943-45369E4D1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663" y="984588"/>
            <a:ext cx="8147306" cy="5428435"/>
          </a:xfrm>
        </p:spPr>
        <p:txBody>
          <a:bodyPr/>
          <a:lstStyle/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GB" sz="2400" dirty="0"/>
              <a:t>Allows devices to Map IP addresses to MAC addresses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GB" sz="2400" dirty="0"/>
              <a:t>Necessary because on a LAN devices communicate using MAC addresses and not IP addresses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When a device wants to communicate with another device on the LAN, it sends an ARP request to the switch to find the MAC address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Each device keeps an ARP Table of devices it recently communicate with – Speeds up communication by looking up the table instead of asking every time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GB" sz="2400" dirty="0"/>
              <a:t>MAC addresses are cached in the ARP Table.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GB" sz="2400" dirty="0"/>
              <a:t>Two types of ARP cache entries: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endParaRPr lang="en-GB" sz="2400" dirty="0"/>
          </a:p>
          <a:p>
            <a:pPr lvl="1" algn="just">
              <a:lnSpc>
                <a:spcPct val="114000"/>
              </a:lnSpc>
              <a:spcBef>
                <a:spcPts val="0"/>
              </a:spcBef>
            </a:pPr>
            <a:r>
              <a:rPr lang="en-GB" dirty="0">
                <a:solidFill>
                  <a:srgbClr val="FF0000"/>
                </a:solidFill>
              </a:rPr>
              <a:t>Static ARP Cache Entries</a:t>
            </a:r>
          </a:p>
          <a:p>
            <a:pPr lvl="1" algn="just">
              <a:lnSpc>
                <a:spcPct val="114000"/>
              </a:lnSpc>
              <a:spcBef>
                <a:spcPts val="0"/>
              </a:spcBef>
            </a:pPr>
            <a:r>
              <a:rPr lang="en-GB" dirty="0">
                <a:solidFill>
                  <a:srgbClr val="FF0000"/>
                </a:solidFill>
              </a:rPr>
              <a:t>Dynamic ARP Cache Entries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F4B2855-65E6-3FAC-C3A9-AC4B3AF9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78681" y="6459848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0652200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15" y="731601"/>
            <a:ext cx="6523228" cy="185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09015" y="0"/>
            <a:ext cx="7506630" cy="901700"/>
          </a:xfrm>
        </p:spPr>
        <p:txBody>
          <a:bodyPr/>
          <a:lstStyle/>
          <a:p>
            <a:pPr>
              <a:defRPr/>
            </a:pPr>
            <a:r>
              <a:rPr lang="en-GB" sz="4400" dirty="0"/>
              <a:t>ARP: Cached Entries </a:t>
            </a:r>
            <a:endParaRPr lang="en-US" sz="4400" dirty="0"/>
          </a:p>
        </p:txBody>
      </p:sp>
      <p:sp>
        <p:nvSpPr>
          <p:cNvPr id="29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38</a:t>
            </a:fld>
            <a:endParaRPr lang="en-US" sz="1200" dirty="0">
              <a:latin typeface="Tahoma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A8A23-7E25-1074-6943-45369E4D1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10" y="923628"/>
            <a:ext cx="8599147" cy="5428435"/>
          </a:xfrm>
        </p:spPr>
        <p:txBody>
          <a:bodyPr/>
          <a:lstStyle/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FF0000"/>
                </a:solidFill>
              </a:rPr>
              <a:t>Static ARP Cache Entries</a:t>
            </a:r>
          </a:p>
          <a:p>
            <a:pPr lvl="1"/>
            <a:r>
              <a:rPr lang="en-GB" sz="2200" i="0" dirty="0">
                <a:solidFill>
                  <a:srgbClr val="000000"/>
                </a:solidFill>
                <a:effectLst/>
              </a:rPr>
              <a:t>These are address mappings that are manually added to the cache table for a device by the administrator and are kept in the cache permanently. </a:t>
            </a:r>
          </a:p>
          <a:p>
            <a:pPr lvl="1"/>
            <a:r>
              <a:rPr lang="en-GB" sz="2200" i="0" dirty="0">
                <a:solidFill>
                  <a:srgbClr val="000000"/>
                </a:solidFill>
                <a:effectLst/>
              </a:rPr>
              <a:t>These entries are best used for devices that a given device communicates with regularly. E.g. local router, file-server.</a:t>
            </a:r>
          </a:p>
          <a:p>
            <a:pPr lvl="1"/>
            <a:endParaRPr lang="en-GB" sz="1400" i="0" dirty="0">
              <a:solidFill>
                <a:srgbClr val="000000"/>
              </a:solidFill>
              <a:effectLst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FF0000"/>
                </a:solidFill>
                <a:latin typeface="+mj-lt"/>
              </a:rPr>
              <a:t>Dynamic ARP Cache Entries</a:t>
            </a:r>
          </a:p>
          <a:p>
            <a:pPr lvl="1"/>
            <a:r>
              <a:rPr lang="en-GB" sz="2200" dirty="0">
                <a:solidFill>
                  <a:srgbClr val="000000"/>
                </a:solidFill>
              </a:rPr>
              <a:t>These are address mappings that are added to the cache table through self-learning as a result of completed ARP resolutions. </a:t>
            </a:r>
          </a:p>
          <a:p>
            <a:pPr lvl="1"/>
            <a:r>
              <a:rPr lang="en-GB" sz="2200" dirty="0">
                <a:solidFill>
                  <a:srgbClr val="000000"/>
                </a:solidFill>
              </a:rPr>
              <a:t>They are kept in the cache only for some time and are then removed.</a:t>
            </a:r>
          </a:p>
          <a:p>
            <a:pPr lvl="1"/>
            <a:r>
              <a:rPr lang="en-GB" sz="2200" dirty="0">
                <a:solidFill>
                  <a:srgbClr val="000000"/>
                </a:solidFill>
              </a:rPr>
              <a:t>These are used most often because they are automatic and don't require administrator intervention.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F4B2855-65E6-3FAC-C3A9-AC4B3AF9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78681" y="6459848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75128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15" y="731601"/>
            <a:ext cx="6523228" cy="185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353" y="0"/>
            <a:ext cx="8854456" cy="901700"/>
          </a:xfrm>
        </p:spPr>
        <p:txBody>
          <a:bodyPr/>
          <a:lstStyle/>
          <a:p>
            <a:pPr>
              <a:defRPr/>
            </a:pPr>
            <a:r>
              <a:rPr lang="en-GB" sz="4400" dirty="0"/>
              <a:t>ARP: Address Resolution </a:t>
            </a:r>
            <a:r>
              <a:rPr lang="en-GB" sz="4000" dirty="0"/>
              <a:t>(IP to MAC )</a:t>
            </a:r>
            <a:endParaRPr lang="en-US" sz="4000" dirty="0"/>
          </a:p>
        </p:txBody>
      </p:sp>
      <p:sp>
        <p:nvSpPr>
          <p:cNvPr id="29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39</a:t>
            </a:fld>
            <a:endParaRPr lang="en-US" sz="1200" dirty="0">
              <a:latin typeface="Tahoma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A8A23-7E25-1074-6943-45369E4D1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9" y="867109"/>
            <a:ext cx="8147306" cy="5611284"/>
          </a:xfrm>
        </p:spPr>
        <p:txBody>
          <a:bodyPr/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rgbClr val="FF0000"/>
                </a:solidFill>
              </a:rPr>
              <a:t>How?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GB" sz="2400" dirty="0"/>
              <a:t>Let’s say a sending host needs to obtain the MAC address of the destination given the IP address.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If a device knows the MAC in its ARP table → it uses it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If not, it sends an  ARP packet to ask the network for the MAC address of the destination IP</a:t>
            </a:r>
            <a:endParaRPr lang="en-GB" sz="2400" dirty="0"/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The ARP query asks all devices on the LAN: “Who has this IP?”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The device with that IP responds with its MAC address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The sending devices caches the IP + MAC in the ARP table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400" dirty="0"/>
              <a:t>The sending device transmits the data to the receiver using the MAC address</a:t>
            </a:r>
            <a:endParaRPr lang="en-GB" sz="2400" dirty="0"/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GB" sz="2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F4B2855-65E6-3FAC-C3A9-AC4B3AF9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78681" y="6459848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2347598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4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9191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-2879"/>
            <a:ext cx="8191500" cy="901700"/>
          </a:xfrm>
        </p:spPr>
        <p:txBody>
          <a:bodyPr/>
          <a:lstStyle/>
          <a:p>
            <a:pPr>
              <a:defRPr/>
            </a:pPr>
            <a:r>
              <a:rPr lang="en-GB" sz="4000" dirty="0"/>
              <a:t>ARP: Address Resolution </a:t>
            </a:r>
            <a:r>
              <a:rPr lang="en-GB" sz="3600" dirty="0"/>
              <a:t>(IP to MAC )</a:t>
            </a:r>
            <a:endParaRPr lang="en-US" sz="4000" dirty="0">
              <a:latin typeface="Gill Sans MT" charset="0"/>
              <a:cs typeface="+mj-cs"/>
            </a:endParaRPr>
          </a:p>
        </p:txBody>
      </p:sp>
      <p:sp>
        <p:nvSpPr>
          <p:cNvPr id="3993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71357" y="1661319"/>
            <a:ext cx="4141787" cy="3881437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highlight>
                  <a:srgbClr val="FFFF00"/>
                </a:highlight>
                <a:latin typeface="Gill Sans MT" charset="0"/>
                <a:cs typeface="+mn-cs"/>
              </a:rPr>
              <a:t>ARP table: </a:t>
            </a:r>
            <a:r>
              <a:rPr lang="en-US" sz="2400" dirty="0">
                <a:latin typeface="Gill Sans MT" charset="0"/>
                <a:cs typeface="+mn-cs"/>
              </a:rPr>
              <a:t>each IP node on LAN has a table</a:t>
            </a:r>
          </a:p>
          <a:p>
            <a:pPr lvl="1">
              <a:defRPr/>
            </a:pPr>
            <a:r>
              <a:rPr lang="en-US" dirty="0">
                <a:highlight>
                  <a:srgbClr val="FFFF00"/>
                </a:highlight>
                <a:latin typeface="Gill Sans MT" charset="0"/>
              </a:rPr>
              <a:t>IP/MAC address mappings for some LAN nodes</a:t>
            </a:r>
            <a:r>
              <a:rPr lang="en-US" dirty="0">
                <a:latin typeface="Gill Sans MT" charset="0"/>
              </a:rPr>
              <a:t>:</a:t>
            </a:r>
          </a:p>
          <a:p>
            <a:pPr>
              <a:buFont typeface="Wingdings" charset="0"/>
              <a:buNone/>
              <a:defRPr/>
            </a:pPr>
            <a:r>
              <a:rPr lang="en-US" sz="1800" dirty="0">
                <a:latin typeface="Gill Sans MT" charset="0"/>
                <a:cs typeface="+mn-cs"/>
              </a:rPr>
              <a:t>          </a:t>
            </a:r>
            <a:r>
              <a:rPr lang="en-US" sz="1800" dirty="0">
                <a:solidFill>
                  <a:srgbClr val="CC0000"/>
                </a:solidFill>
                <a:latin typeface="Gill Sans MT" charset="0"/>
                <a:cs typeface="+mn-cs"/>
              </a:rPr>
              <a:t>&lt; IP address; MAC address; TTL&gt;</a:t>
            </a:r>
          </a:p>
          <a:p>
            <a:pPr lvl="1">
              <a:defRPr/>
            </a:pPr>
            <a:r>
              <a:rPr lang="en-US" dirty="0">
                <a:highlight>
                  <a:srgbClr val="FFFF00"/>
                </a:highlight>
                <a:latin typeface="Gill Sans MT" charset="0"/>
              </a:rPr>
              <a:t>TTL (Time To Live): time after which address mapping will be forgotten (typically 20 min)</a:t>
            </a:r>
          </a:p>
        </p:txBody>
      </p:sp>
      <p:grpSp>
        <p:nvGrpSpPr>
          <p:cNvPr id="128006" name="Group 41"/>
          <p:cNvGrpSpPr>
            <a:grpSpLocks/>
          </p:cNvGrpSpPr>
          <p:nvPr/>
        </p:nvGrpSpPr>
        <p:grpSpPr bwMode="auto">
          <a:xfrm>
            <a:off x="345440" y="1298575"/>
            <a:ext cx="4146550" cy="1277938"/>
            <a:chOff x="145" y="937"/>
            <a:chExt cx="2612" cy="805"/>
          </a:xfrm>
        </p:grpSpPr>
        <p:sp>
          <p:nvSpPr>
            <p:cNvPr id="43056" name="Text Box 6"/>
            <p:cNvSpPr txBox="1">
              <a:spLocks noChangeArrowheads="1"/>
            </p:cNvSpPr>
            <p:nvPr/>
          </p:nvSpPr>
          <p:spPr bwMode="auto"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solidFill>
                    <a:srgbClr val="CC0000"/>
                  </a:solidFill>
                  <a:latin typeface="Arial" charset="0"/>
                  <a:cs typeface="+mn-cs"/>
                </a:rPr>
                <a:t>Question:</a:t>
              </a:r>
              <a:r>
                <a:rPr lang="en-US" sz="2400" i="0" dirty="0">
                  <a:latin typeface="Arial" charset="0"/>
                  <a:cs typeface="+mn-cs"/>
                </a:rPr>
                <a:t> how to determine</a:t>
              </a:r>
            </a:p>
            <a:p>
              <a:pPr>
                <a:defRPr/>
              </a:pPr>
              <a:r>
                <a:rPr lang="en-US" sz="2400" i="0" dirty="0">
                  <a:latin typeface="Arial" charset="0"/>
                  <a:cs typeface="+mn-cs"/>
                </a:rPr>
                <a:t>interface’s MAC address, knowing its IP address?</a:t>
              </a:r>
            </a:p>
          </p:txBody>
        </p:sp>
        <p:sp>
          <p:nvSpPr>
            <p:cNvPr id="43057" name="Rectangle 7"/>
            <p:cNvSpPr>
              <a:spLocks noChangeArrowheads="1"/>
            </p:cNvSpPr>
            <p:nvPr/>
          </p:nvSpPr>
          <p:spPr bwMode="auto">
            <a:xfrm>
              <a:off x="145" y="937"/>
              <a:ext cx="2609" cy="80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8007" name="Freeform 10"/>
          <p:cNvSpPr>
            <a:spLocks/>
          </p:cNvSpPr>
          <p:nvPr/>
        </p:nvSpPr>
        <p:spPr bwMode="auto">
          <a:xfrm>
            <a:off x="1800225" y="3944938"/>
            <a:ext cx="1393825" cy="1525587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017" name="Line 18"/>
          <p:cNvSpPr>
            <a:spLocks noChangeShapeType="1"/>
          </p:cNvSpPr>
          <p:nvPr/>
        </p:nvSpPr>
        <p:spPr bwMode="auto">
          <a:xfrm>
            <a:off x="1357313" y="4449763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8" name="Line 19"/>
          <p:cNvSpPr>
            <a:spLocks noChangeShapeType="1"/>
          </p:cNvSpPr>
          <p:nvPr/>
        </p:nvSpPr>
        <p:spPr bwMode="auto">
          <a:xfrm>
            <a:off x="2587625" y="360680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9" name="Line 20"/>
          <p:cNvSpPr>
            <a:spLocks noChangeShapeType="1"/>
          </p:cNvSpPr>
          <p:nvPr/>
        </p:nvSpPr>
        <p:spPr bwMode="auto">
          <a:xfrm flipH="1">
            <a:off x="3176588" y="4575175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0" name="Line 21"/>
          <p:cNvSpPr>
            <a:spLocks noChangeShapeType="1"/>
          </p:cNvSpPr>
          <p:nvPr/>
        </p:nvSpPr>
        <p:spPr bwMode="auto">
          <a:xfrm flipV="1">
            <a:off x="2562225" y="5322888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1" name="Text Box 22"/>
          <p:cNvSpPr txBox="1">
            <a:spLocks noChangeArrowheads="1"/>
          </p:cNvSpPr>
          <p:nvPr/>
        </p:nvSpPr>
        <p:spPr bwMode="auto">
          <a:xfrm>
            <a:off x="2806700" y="3386138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3022" name="Line 23"/>
          <p:cNvSpPr>
            <a:spLocks noChangeShapeType="1"/>
          </p:cNvSpPr>
          <p:nvPr/>
        </p:nvSpPr>
        <p:spPr bwMode="auto">
          <a:xfrm flipH="1" flipV="1">
            <a:off x="2678113" y="3538538"/>
            <a:ext cx="20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3" name="Line 24"/>
          <p:cNvSpPr>
            <a:spLocks noChangeShapeType="1"/>
          </p:cNvSpPr>
          <p:nvPr/>
        </p:nvSpPr>
        <p:spPr bwMode="auto">
          <a:xfrm flipV="1">
            <a:off x="3633788" y="465137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4" name="Text Box 25"/>
          <p:cNvSpPr txBox="1">
            <a:spLocks noChangeArrowheads="1"/>
          </p:cNvSpPr>
          <p:nvPr/>
        </p:nvSpPr>
        <p:spPr bwMode="auto">
          <a:xfrm>
            <a:off x="3187700" y="4953000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3025" name="Line 26"/>
          <p:cNvSpPr>
            <a:spLocks noChangeShapeType="1"/>
          </p:cNvSpPr>
          <p:nvPr/>
        </p:nvSpPr>
        <p:spPr bwMode="auto">
          <a:xfrm flipH="1">
            <a:off x="2632075" y="5735638"/>
            <a:ext cx="246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6" name="Text Box 27"/>
          <p:cNvSpPr txBox="1">
            <a:spLocks noChangeArrowheads="1"/>
          </p:cNvSpPr>
          <p:nvPr/>
        </p:nvSpPr>
        <p:spPr bwMode="auto">
          <a:xfrm>
            <a:off x="2816225" y="5578475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3027" name="Line 28"/>
          <p:cNvSpPr>
            <a:spLocks noChangeShapeType="1"/>
          </p:cNvSpPr>
          <p:nvPr/>
        </p:nvSpPr>
        <p:spPr bwMode="auto">
          <a:xfrm flipV="1">
            <a:off x="1320800" y="4552950"/>
            <a:ext cx="0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8" name="Text Box 29"/>
          <p:cNvSpPr txBox="1">
            <a:spLocks noChangeArrowheads="1"/>
          </p:cNvSpPr>
          <p:nvPr/>
        </p:nvSpPr>
        <p:spPr bwMode="auto">
          <a:xfrm>
            <a:off x="166688" y="4811713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3029" name="Text Box 30"/>
          <p:cNvSpPr txBox="1">
            <a:spLocks noChangeArrowheads="1"/>
          </p:cNvSpPr>
          <p:nvPr/>
        </p:nvSpPr>
        <p:spPr bwMode="auto">
          <a:xfrm>
            <a:off x="2012950" y="4430713"/>
            <a:ext cx="819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</p:txBody>
      </p:sp>
      <p:sp>
        <p:nvSpPr>
          <p:cNvPr id="43030" name="Text Box 31"/>
          <p:cNvSpPr txBox="1">
            <a:spLocks noChangeArrowheads="1"/>
          </p:cNvSpPr>
          <p:nvPr/>
        </p:nvSpPr>
        <p:spPr bwMode="auto">
          <a:xfrm>
            <a:off x="363538" y="366553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43031" name="Line 32"/>
          <p:cNvSpPr>
            <a:spLocks noChangeShapeType="1"/>
          </p:cNvSpPr>
          <p:nvPr/>
        </p:nvSpPr>
        <p:spPr bwMode="auto">
          <a:xfrm>
            <a:off x="1009650" y="3921125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2" name="Text Box 33"/>
          <p:cNvSpPr txBox="1">
            <a:spLocks noChangeArrowheads="1"/>
          </p:cNvSpPr>
          <p:nvPr/>
        </p:nvSpPr>
        <p:spPr bwMode="auto">
          <a:xfrm>
            <a:off x="2944813" y="298767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137.196.7.78</a:t>
            </a:r>
          </a:p>
        </p:txBody>
      </p:sp>
      <p:sp>
        <p:nvSpPr>
          <p:cNvPr id="43033" name="Line 34"/>
          <p:cNvSpPr>
            <a:spLocks noChangeShapeType="1"/>
          </p:cNvSpPr>
          <p:nvPr/>
        </p:nvSpPr>
        <p:spPr bwMode="auto">
          <a:xfrm flipH="1" flipV="1">
            <a:off x="2774950" y="3125788"/>
            <a:ext cx="234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4" name="Line 35"/>
          <p:cNvSpPr>
            <a:spLocks noChangeShapeType="1"/>
          </p:cNvSpPr>
          <p:nvPr/>
        </p:nvSpPr>
        <p:spPr bwMode="auto">
          <a:xfrm>
            <a:off x="3954463" y="4121150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5" name="Text Box 36"/>
          <p:cNvSpPr txBox="1">
            <a:spLocks noChangeArrowheads="1"/>
          </p:cNvSpPr>
          <p:nvPr/>
        </p:nvSpPr>
        <p:spPr bwMode="auto">
          <a:xfrm>
            <a:off x="3344863" y="388778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3036" name="Line 38"/>
          <p:cNvSpPr>
            <a:spLocks noChangeShapeType="1"/>
          </p:cNvSpPr>
          <p:nvPr/>
        </p:nvSpPr>
        <p:spPr bwMode="auto">
          <a:xfrm>
            <a:off x="2136775" y="6002338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7" name="Text Box 39"/>
          <p:cNvSpPr txBox="1">
            <a:spLocks noChangeArrowheads="1"/>
          </p:cNvSpPr>
          <p:nvPr/>
        </p:nvSpPr>
        <p:spPr bwMode="auto">
          <a:xfrm>
            <a:off x="955675" y="5848350"/>
            <a:ext cx="1217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137.196.7.88</a:t>
            </a:r>
          </a:p>
        </p:txBody>
      </p:sp>
      <p:sp>
        <p:nvSpPr>
          <p:cNvPr id="399403" name="Rectangle 43"/>
          <p:cNvSpPr>
            <a:spLocks noChangeArrowheads="1"/>
          </p:cNvSpPr>
          <p:nvPr/>
        </p:nvSpPr>
        <p:spPr bwMode="auto">
          <a:xfrm rot="-5400000">
            <a:off x="3659982" y="4482306"/>
            <a:ext cx="127000" cy="1952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0" name="Group 44"/>
          <p:cNvGrpSpPr>
            <a:grpSpLocks/>
          </p:cNvGrpSpPr>
          <p:nvPr/>
        </p:nvGrpSpPr>
        <p:grpSpPr bwMode="auto">
          <a:xfrm>
            <a:off x="3562350" y="4357688"/>
            <a:ext cx="598488" cy="520700"/>
            <a:chOff x="-44" y="1473"/>
            <a:chExt cx="981" cy="1105"/>
          </a:xfrm>
        </p:grpSpPr>
        <p:pic>
          <p:nvPicPr>
            <p:cNvPr id="1280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8031" name="Group 47"/>
          <p:cNvGrpSpPr>
            <a:grpSpLocks/>
          </p:cNvGrpSpPr>
          <p:nvPr/>
        </p:nvGrpSpPr>
        <p:grpSpPr bwMode="auto">
          <a:xfrm>
            <a:off x="657225" y="4160838"/>
            <a:ext cx="709613" cy="520700"/>
            <a:chOff x="267" y="2244"/>
            <a:chExt cx="581" cy="415"/>
          </a:xfrm>
        </p:grpSpPr>
        <p:sp>
          <p:nvSpPr>
            <p:cNvPr id="399408" name="Rectangle 48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42" name="Group 49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8043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4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8032" name="Group 52"/>
          <p:cNvGrpSpPr>
            <a:grpSpLocks/>
          </p:cNvGrpSpPr>
          <p:nvPr/>
        </p:nvGrpSpPr>
        <p:grpSpPr bwMode="auto">
          <a:xfrm>
            <a:off x="2157413" y="3048000"/>
            <a:ext cx="631825" cy="554038"/>
            <a:chOff x="1745" y="1276"/>
            <a:chExt cx="512" cy="489"/>
          </a:xfrm>
        </p:grpSpPr>
        <p:sp>
          <p:nvSpPr>
            <p:cNvPr id="399413" name="Rectangle 53"/>
            <p:cNvSpPr>
              <a:spLocks noChangeArrowheads="1"/>
            </p:cNvSpPr>
            <p:nvPr/>
          </p:nvSpPr>
          <p:spPr bwMode="auto">
            <a:xfrm>
              <a:off x="2040" y="1604"/>
              <a:ext cx="100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38" name="Group 5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8039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0" name="Freeform 5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399418" name="Rectangle 58"/>
          <p:cNvSpPr>
            <a:spLocks noChangeArrowheads="1"/>
          </p:cNvSpPr>
          <p:nvPr/>
        </p:nvSpPr>
        <p:spPr bwMode="auto">
          <a:xfrm>
            <a:off x="2501900" y="5645150"/>
            <a:ext cx="123825" cy="1825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4" name="Group 59"/>
          <p:cNvGrpSpPr>
            <a:grpSpLocks/>
          </p:cNvGrpSpPr>
          <p:nvPr/>
        </p:nvGrpSpPr>
        <p:grpSpPr bwMode="auto">
          <a:xfrm>
            <a:off x="2166938" y="5784850"/>
            <a:ext cx="584200" cy="469900"/>
            <a:chOff x="-44" y="1473"/>
            <a:chExt cx="981" cy="1105"/>
          </a:xfrm>
        </p:grpSpPr>
        <p:pic>
          <p:nvPicPr>
            <p:cNvPr id="128035" name="Picture 60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36" name="Freeform 6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40</a:t>
            </a:fld>
            <a:endParaRPr lang="en-US" sz="1200" dirty="0">
              <a:latin typeface="Tahoma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CDFF80A-FAF9-EADD-0A8D-0589D195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368427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-93662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ARP protocol: Caching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6413" y="1277938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b="1" dirty="0">
                <a:latin typeface="Gill Sans MT" charset="0"/>
                <a:cs typeface="+mn-cs"/>
              </a:rPr>
              <a:t>A wants to send datagram to B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B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not in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ARP table.</a:t>
            </a:r>
          </a:p>
          <a:p>
            <a:pPr marL="231775" indent="-231775">
              <a:defRPr/>
            </a:pPr>
            <a:r>
              <a:rPr lang="en-US" sz="2400" b="1" dirty="0">
                <a:latin typeface="Gill Sans MT" charset="0"/>
                <a:cs typeface="+mn-cs"/>
              </a:rPr>
              <a:t>A </a:t>
            </a:r>
            <a:r>
              <a:rPr lang="en-US" sz="2400" b="1" dirty="0">
                <a:solidFill>
                  <a:srgbClr val="CC0000"/>
                </a:solidFill>
                <a:latin typeface="Gill Sans MT" charset="0"/>
                <a:cs typeface="+mn-cs"/>
              </a:rPr>
              <a:t>broadcasts</a:t>
            </a:r>
            <a:r>
              <a:rPr lang="en-US" sz="2400" b="1" dirty="0">
                <a:latin typeface="Gill Sans MT" charset="0"/>
                <a:cs typeface="+mn-cs"/>
              </a:rPr>
              <a:t> ARP query packet, containing B's IP address 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destination MAC address = FF-FF-FF-FF-FF-FF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all nodes on LAN receive ARP query </a:t>
            </a:r>
          </a:p>
          <a:p>
            <a:pPr marL="231775" indent="-231775">
              <a:defRPr/>
            </a:pPr>
            <a:r>
              <a:rPr lang="en-US" sz="2400" b="1" dirty="0">
                <a:latin typeface="Gill Sans MT" charset="0"/>
                <a:cs typeface="+mn-cs"/>
              </a:rPr>
              <a:t>B receives ARP packet, replies to A with its MAC address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 sent to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(unicast)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003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25696" y="1134681"/>
            <a:ext cx="4304785" cy="5472213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b="1" dirty="0">
                <a:latin typeface="Gill Sans MT" charset="0"/>
                <a:cs typeface="+mn-cs"/>
              </a:rPr>
              <a:t>Node A caches (saves) IP-to-MAC address pair in its ARP table </a:t>
            </a:r>
            <a:r>
              <a:rPr lang="en-US" sz="2400" dirty="0">
                <a:latin typeface="Gill Sans MT" charset="0"/>
                <a:cs typeface="+mn-cs"/>
              </a:rPr>
              <a:t>until information becomes old (times out = 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10 to 20 mins</a:t>
            </a:r>
            <a:r>
              <a:rPr lang="en-US" sz="2400" dirty="0">
                <a:latin typeface="Gill Sans MT" charset="0"/>
                <a:cs typeface="+mn-cs"/>
              </a:rPr>
              <a:t>)</a:t>
            </a:r>
            <a:r>
              <a:rPr lang="en-US" sz="2000" dirty="0">
                <a:latin typeface="Gill Sans MT" charset="0"/>
                <a:cs typeface="+mn-cs"/>
              </a:rPr>
              <a:t> </a:t>
            </a:r>
          </a:p>
          <a:p>
            <a:pPr marL="57150" indent="0">
              <a:buNone/>
              <a:defRPr/>
            </a:pPr>
            <a:endParaRPr lang="en-US" sz="2400" i="1" dirty="0">
              <a:latin typeface="Gill Sans MT" charset="0"/>
            </a:endParaRPr>
          </a:p>
        </p:txBody>
      </p:sp>
      <p:pic>
        <p:nvPicPr>
          <p:cNvPr id="130054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773062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41</a:t>
            </a:fld>
            <a:endParaRPr lang="en-US" sz="1200" dirty="0">
              <a:latin typeface="Tahoma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6FFB67F-F870-614B-3DFF-4799519E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42872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767101"/>
            <a:ext cx="513482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399" y="82888"/>
            <a:ext cx="7506630" cy="901700"/>
          </a:xfrm>
        </p:spPr>
        <p:txBody>
          <a:bodyPr/>
          <a:lstStyle/>
          <a:p>
            <a:pPr>
              <a:defRPr/>
            </a:pPr>
            <a:r>
              <a:rPr lang="en-GB" sz="4400" dirty="0"/>
              <a:t>EXAMPLE: ARP Table</a:t>
            </a:r>
            <a:endParaRPr lang="en-US" sz="4400" dirty="0"/>
          </a:p>
        </p:txBody>
      </p:sp>
      <p:sp>
        <p:nvSpPr>
          <p:cNvPr id="29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 smtClean="0">
                <a:latin typeface="Tahoma" charset="0"/>
              </a:rPr>
              <a:pPr/>
              <a:t>42</a:t>
            </a:fld>
            <a:endParaRPr lang="en-US" sz="1200" dirty="0">
              <a:latin typeface="Tahoma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9B5FD78-F224-F668-23D9-B6C12931A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472783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3E317-81AF-4990-5774-B67523C28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145" y="984588"/>
            <a:ext cx="5628970" cy="3395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EA30F7-509B-EFD3-9755-39F3FA988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15" y="4689967"/>
            <a:ext cx="6758197" cy="1400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F4C2FB-9B2D-0A2F-19F5-61CAB1216DCE}"/>
              </a:ext>
            </a:extLst>
          </p:cNvPr>
          <p:cNvSpPr txBox="1"/>
          <p:nvPr/>
        </p:nvSpPr>
        <p:spPr>
          <a:xfrm>
            <a:off x="4572000" y="3244334"/>
            <a:ext cx="2423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Nodes on a LAN</a:t>
            </a:r>
            <a:endParaRPr lang="en-ZA" dirty="0">
              <a:solidFill>
                <a:schemeClr val="accent2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21BED-B35E-B648-9A6B-F115C31D8176}"/>
              </a:ext>
            </a:extLst>
          </p:cNvPr>
          <p:cNvSpPr txBox="1"/>
          <p:nvPr/>
        </p:nvSpPr>
        <p:spPr>
          <a:xfrm>
            <a:off x="3164313" y="6031489"/>
            <a:ext cx="2423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  <a:latin typeface="+mj-lt"/>
                <a:cs typeface="Times New Roman" panose="02020603050405020304" pitchFamily="18" charset="0"/>
              </a:rPr>
              <a:t>ARP Table</a:t>
            </a:r>
            <a:endParaRPr lang="en-ZA" dirty="0">
              <a:solidFill>
                <a:schemeClr val="accent2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18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425449" y="0"/>
            <a:ext cx="824706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 Frame Structure</a:t>
            </a:r>
          </a:p>
        </p:txBody>
      </p:sp>
      <p:pic>
        <p:nvPicPr>
          <p:cNvPr id="154629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49" y="874236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5FE6B-1EAD-13F4-1162-1A609845EBA0}"/>
              </a:ext>
            </a:extLst>
          </p:cNvPr>
          <p:cNvSpPr txBox="1"/>
          <p:nvPr/>
        </p:nvSpPr>
        <p:spPr>
          <a:xfrm>
            <a:off x="362032" y="3041784"/>
            <a:ext cx="8292919" cy="360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i="1" kern="0" dirty="0">
                <a:solidFill>
                  <a:srgbClr val="CC0000"/>
                </a:solidFill>
                <a:latin typeface="Gill Sans MT" charset="0"/>
                <a:cs typeface="+mn-cs"/>
              </a:rPr>
              <a:t>P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reamble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used to synchronize receiver and sender clock rates</a:t>
            </a:r>
          </a:p>
          <a:p>
            <a:pPr marL="342900" marR="0" lvl="0" indent="-342900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Dest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/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Src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addresses: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contains the MAC address of the destination and source adapter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i="1" kern="0" dirty="0">
                <a:solidFill>
                  <a:srgbClr val="CC0000"/>
                </a:solidFill>
                <a:latin typeface="Gill Sans MT" charset="0"/>
                <a:cs typeface="+mn-cs"/>
              </a:rPr>
              <a:t>T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ype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indicates higher layer protocol (mostly IP but others possible, e.g., Novell IPX, AppleTalk)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CRC: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</a:rPr>
              <a:t>error detection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GB" sz="2400" i="1" kern="0" dirty="0">
                <a:solidFill>
                  <a:srgbClr val="CC0000"/>
                </a:solidFill>
                <a:latin typeface="Gill Sans MT" charset="0"/>
                <a:cs typeface="+mn-cs"/>
              </a:rPr>
              <a:t>Data field: </a:t>
            </a:r>
            <a:r>
              <a:rPr lang="en-GB" sz="2400" kern="0" dirty="0">
                <a:solidFill>
                  <a:srgbClr val="000000"/>
                </a:solidFill>
                <a:latin typeface="Gill Sans MT" charset="0"/>
                <a:cs typeface="+mn-cs"/>
              </a:rPr>
              <a:t>carries the IP datagram (46 to 1,500 bytes). The maximum transmission unit (MTU) of Ethernet is 1,500 bytes.</a:t>
            </a:r>
            <a:endParaRPr lang="en-ZA" sz="2400" kern="0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2479B0-ED7D-59F6-4858-AF229A4B6738}"/>
              </a:ext>
            </a:extLst>
          </p:cNvPr>
          <p:cNvSpPr txBox="1"/>
          <p:nvPr/>
        </p:nvSpPr>
        <p:spPr>
          <a:xfrm>
            <a:off x="560831" y="1085073"/>
            <a:ext cx="7895322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sending adapter encapsulates IP datagram (or other network layer protocol packet) in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Ethernet frame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B2E98A-72C7-7EC5-8388-A680AB5E9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59" y="1870085"/>
            <a:ext cx="8076910" cy="111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14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>
          <a:xfrm>
            <a:off x="2912761" y="2200656"/>
            <a:ext cx="3123406" cy="1143000"/>
          </a:xfrm>
        </p:spPr>
        <p:txBody>
          <a:bodyPr/>
          <a:lstStyle/>
          <a:p>
            <a:pPr>
              <a:defRPr/>
            </a:pPr>
            <a:r>
              <a:rPr lang="en-GB" dirty="0">
                <a:latin typeface="Gill Sans MT" charset="0"/>
                <a:cs typeface="+mj-cs"/>
              </a:rPr>
              <a:t>THE END</a:t>
            </a:r>
            <a:endParaRPr lang="en-US" dirty="0">
              <a:latin typeface="Gill Sans MT" charset="0"/>
              <a:cs typeface="+mj-cs"/>
            </a:endParaRPr>
          </a:p>
        </p:txBody>
      </p:sp>
      <p:pic>
        <p:nvPicPr>
          <p:cNvPr id="219141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58" y="3040987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44</a:t>
            </a:fld>
            <a:endParaRPr lang="en-US" sz="1200" dirty="0">
              <a:latin typeface="Tahoma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C75EC44-5932-7D39-D200-142975C4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Data Link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651BE-E9DF-89ED-8C11-1F556A693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568" y="3047340"/>
            <a:ext cx="366979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pPr>
              <a:defRPr/>
            </a:pPr>
            <a:r>
              <a:rPr lang="en-GB" kern="0" dirty="0">
                <a:latin typeface="Gill Sans MT" charset="0"/>
                <a:cs typeface="+mj-cs"/>
              </a:rPr>
              <a:t>THANK YOU</a:t>
            </a:r>
            <a:endParaRPr lang="en-US" kern="0" dirty="0">
              <a:latin typeface="Gill Sans MT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238794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27162</TotalTime>
  <Words>3393</Words>
  <Application>Microsoft Office PowerPoint</Application>
  <PresentationFormat>On-screen Show (4:3)</PresentationFormat>
  <Paragraphs>568</Paragraphs>
  <Slides>44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Comic Sans MS</vt:lpstr>
      <vt:lpstr>Gill Sans MT</vt:lpstr>
      <vt:lpstr>Symbol</vt:lpstr>
      <vt:lpstr>Tahoma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Data Link layer: Introduction</vt:lpstr>
      <vt:lpstr>Data Link layer: Sub-layers</vt:lpstr>
      <vt:lpstr>Data Link layer: Sub-layers</vt:lpstr>
      <vt:lpstr>Data Link layer services</vt:lpstr>
      <vt:lpstr>Data Link layer services</vt:lpstr>
      <vt:lpstr>Data Link layer services</vt:lpstr>
      <vt:lpstr>Data Link layer services</vt:lpstr>
      <vt:lpstr>Data Link layer services</vt:lpstr>
      <vt:lpstr>Data Link layer services</vt:lpstr>
      <vt:lpstr>Where is the Data link layer implemented?</vt:lpstr>
      <vt:lpstr>Adaptors communicating</vt:lpstr>
      <vt:lpstr>Multiple Access Links &amp; Protocols</vt:lpstr>
      <vt:lpstr>Multiple Access Links &amp; Protocols</vt:lpstr>
      <vt:lpstr>Multiple Access Links &amp; Protocols</vt:lpstr>
      <vt:lpstr>Multiple Access Protocols</vt:lpstr>
      <vt:lpstr>Multiple Access Protocols</vt:lpstr>
      <vt:lpstr>Multiple Access Protocols</vt:lpstr>
      <vt:lpstr>1. Channel Partitioning Protocols</vt:lpstr>
      <vt:lpstr>TDMA: time division multiple access </vt:lpstr>
      <vt:lpstr>FDMA: frequency division multiple access </vt:lpstr>
      <vt:lpstr>CDMA: code division multiple access</vt:lpstr>
      <vt:lpstr>2. Random access protocols</vt:lpstr>
      <vt:lpstr>Random Access Protocols: Carrier Sense Multiple Access (CSMA) </vt:lpstr>
      <vt:lpstr>Carrier Sense Multiple Access </vt:lpstr>
      <vt:lpstr>CSMA/CD (Collision Detection)</vt:lpstr>
      <vt:lpstr>CSMA/ CA (Collision Avoidance)</vt:lpstr>
      <vt:lpstr>3. “Taking turns” protocols</vt:lpstr>
      <vt:lpstr>Polling protocols</vt:lpstr>
      <vt:lpstr>Token-passing protocols</vt:lpstr>
      <vt:lpstr>Data Link Layer Addressing</vt:lpstr>
      <vt:lpstr>LAN addresses </vt:lpstr>
      <vt:lpstr>Data Link Layer Protocols</vt:lpstr>
      <vt:lpstr>Address Resolution Protocol (ARP)</vt:lpstr>
      <vt:lpstr>ARP: Cached Entries </vt:lpstr>
      <vt:lpstr>ARP: Address Resolution (IP to MAC )</vt:lpstr>
      <vt:lpstr>ARP: Address Resolution (IP to MAC )</vt:lpstr>
      <vt:lpstr>ARP protocol: Caching</vt:lpstr>
      <vt:lpstr>EXAMPLE: ARP Table</vt:lpstr>
      <vt:lpstr>Ethernet Frame Structure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Hainana, Helena</cp:lastModifiedBy>
  <cp:revision>985</cp:revision>
  <dcterms:created xsi:type="dcterms:W3CDTF">1999-10-08T19:08:27Z</dcterms:created>
  <dcterms:modified xsi:type="dcterms:W3CDTF">2026-03-18T18:30:11Z</dcterms:modified>
</cp:coreProperties>
</file>