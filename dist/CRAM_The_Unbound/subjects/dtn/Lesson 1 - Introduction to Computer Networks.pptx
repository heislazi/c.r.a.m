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3" r:id="rId1"/>
    <p:sldMasterId id="2147484081" r:id="rId2"/>
  </p:sldMasterIdLst>
  <p:notesMasterIdLst>
    <p:notesMasterId r:id="rId35"/>
  </p:notesMasterIdLst>
  <p:handoutMasterIdLst>
    <p:handoutMasterId r:id="rId36"/>
  </p:handoutMasterIdLst>
  <p:sldIdLst>
    <p:sldId id="467" r:id="rId3"/>
    <p:sldId id="468" r:id="rId4"/>
    <p:sldId id="259" r:id="rId5"/>
    <p:sldId id="497" r:id="rId6"/>
    <p:sldId id="500" r:id="rId7"/>
    <p:sldId id="501" r:id="rId8"/>
    <p:sldId id="478" r:id="rId9"/>
    <p:sldId id="499" r:id="rId10"/>
    <p:sldId id="498" r:id="rId11"/>
    <p:sldId id="476" r:id="rId12"/>
    <p:sldId id="504" r:id="rId13"/>
    <p:sldId id="505" r:id="rId14"/>
    <p:sldId id="517" r:id="rId15"/>
    <p:sldId id="506" r:id="rId16"/>
    <p:sldId id="503" r:id="rId17"/>
    <p:sldId id="556" r:id="rId18"/>
    <p:sldId id="557" r:id="rId19"/>
    <p:sldId id="471" r:id="rId20"/>
    <p:sldId id="518" r:id="rId21"/>
    <p:sldId id="507" r:id="rId22"/>
    <p:sldId id="508" r:id="rId23"/>
    <p:sldId id="466" r:id="rId24"/>
    <p:sldId id="487" r:id="rId25"/>
    <p:sldId id="481" r:id="rId26"/>
    <p:sldId id="519" r:id="rId27"/>
    <p:sldId id="488" r:id="rId28"/>
    <p:sldId id="480" r:id="rId29"/>
    <p:sldId id="482" r:id="rId30"/>
    <p:sldId id="493" r:id="rId31"/>
    <p:sldId id="483" r:id="rId32"/>
    <p:sldId id="495" r:id="rId33"/>
    <p:sldId id="353" r:id="rId34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949"/>
    <a:srgbClr val="990716"/>
    <a:srgbClr val="339900"/>
    <a:srgbClr val="336600"/>
    <a:srgbClr val="000099"/>
    <a:srgbClr val="33CCFF"/>
    <a:srgbClr val="0099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8C2719-6BA4-4C8F-9FDA-BC0AB6D2A15D}" v="6" dt="2026-02-24T18:29:05.1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97" autoAdjust="0"/>
  </p:normalViewPr>
  <p:slideViewPr>
    <p:cSldViewPr snapToGrid="0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inana, Helena" userId="a58133b2-e263-497f-a540-9c147da11375" providerId="ADAL" clId="{4923009A-821D-4917-ADD0-7DB67413FC0C}"/>
    <pc:docChg chg="undo custSel addSld delSld modSld sldOrd">
      <pc:chgData name="Hainana, Helena" userId="a58133b2-e263-497f-a540-9c147da11375" providerId="ADAL" clId="{4923009A-821D-4917-ADD0-7DB67413FC0C}" dt="2026-02-24T18:29:17.052" v="3661" actId="123"/>
      <pc:docMkLst>
        <pc:docMk/>
      </pc:docMkLst>
      <pc:sldChg chg="modSp mod">
        <pc:chgData name="Hainana, Helena" userId="a58133b2-e263-497f-a540-9c147da11375" providerId="ADAL" clId="{4923009A-821D-4917-ADD0-7DB67413FC0C}" dt="2026-02-17T13:41:30.990" v="1856" actId="20577"/>
        <pc:sldMkLst>
          <pc:docMk/>
          <pc:sldMk cId="0" sldId="259"/>
        </pc:sldMkLst>
        <pc:spChg chg="mod">
          <ac:chgData name="Hainana, Helena" userId="a58133b2-e263-497f-a540-9c147da11375" providerId="ADAL" clId="{4923009A-821D-4917-ADD0-7DB67413FC0C}" dt="2026-02-17T13:41:30.990" v="1856" actId="20577"/>
          <ac:spMkLst>
            <pc:docMk/>
            <pc:sldMk cId="0" sldId="259"/>
            <ac:spMk id="27650" creationId="{F9B70BCE-678A-EA95-96AD-A073EA9588FB}"/>
          </ac:spMkLst>
        </pc:spChg>
      </pc:sldChg>
      <pc:sldChg chg="modSp mod">
        <pc:chgData name="Hainana, Helena" userId="a58133b2-e263-497f-a540-9c147da11375" providerId="ADAL" clId="{4923009A-821D-4917-ADD0-7DB67413FC0C}" dt="2026-02-18T08:16:36.137" v="3299" actId="20578"/>
        <pc:sldMkLst>
          <pc:docMk/>
          <pc:sldMk cId="2312162001" sldId="466"/>
        </pc:sldMkLst>
        <pc:spChg chg="mod">
          <ac:chgData name="Hainana, Helena" userId="a58133b2-e263-497f-a540-9c147da11375" providerId="ADAL" clId="{4923009A-821D-4917-ADD0-7DB67413FC0C}" dt="2026-02-18T08:16:36.137" v="3299" actId="20578"/>
          <ac:spMkLst>
            <pc:docMk/>
            <pc:sldMk cId="2312162001" sldId="466"/>
            <ac:spMk id="4" creationId="{D3DEFE1A-4A62-BCB7-6DD4-AE162A09D97A}"/>
          </ac:spMkLst>
        </pc:spChg>
      </pc:sldChg>
      <pc:sldChg chg="modSp mod">
        <pc:chgData name="Hainana, Helena" userId="a58133b2-e263-497f-a540-9c147da11375" providerId="ADAL" clId="{4923009A-821D-4917-ADD0-7DB67413FC0C}" dt="2026-02-12T12:35:50.341" v="1358" actId="20577"/>
        <pc:sldMkLst>
          <pc:docMk/>
          <pc:sldMk cId="0" sldId="467"/>
        </pc:sldMkLst>
        <pc:spChg chg="mod">
          <ac:chgData name="Hainana, Helena" userId="a58133b2-e263-497f-a540-9c147da11375" providerId="ADAL" clId="{4923009A-821D-4917-ADD0-7DB67413FC0C}" dt="2026-02-12T12:35:50.341" v="1358" actId="20577"/>
          <ac:spMkLst>
            <pc:docMk/>
            <pc:sldMk cId="0" sldId="467"/>
            <ac:spMk id="10" creationId="{ACA4BE85-38D7-AC33-5A96-844837229222}"/>
          </ac:spMkLst>
        </pc:spChg>
      </pc:sldChg>
      <pc:sldChg chg="modSp mod">
        <pc:chgData name="Hainana, Helena" userId="a58133b2-e263-497f-a540-9c147da11375" providerId="ADAL" clId="{4923009A-821D-4917-ADD0-7DB67413FC0C}" dt="2026-02-21T09:27:09.989" v="3477" actId="20577"/>
        <pc:sldMkLst>
          <pc:docMk/>
          <pc:sldMk cId="3890189119" sldId="468"/>
        </pc:sldMkLst>
        <pc:spChg chg="mod">
          <ac:chgData name="Hainana, Helena" userId="a58133b2-e263-497f-a540-9c147da11375" providerId="ADAL" clId="{4923009A-821D-4917-ADD0-7DB67413FC0C}" dt="2026-02-21T09:27:09.989" v="3477" actId="20577"/>
          <ac:spMkLst>
            <pc:docMk/>
            <pc:sldMk cId="3890189119" sldId="468"/>
            <ac:spMk id="16389" creationId="{4261D3CF-16C1-8388-DF28-88253863C547}"/>
          </ac:spMkLst>
        </pc:spChg>
      </pc:sldChg>
      <pc:sldChg chg="delSp modSp mod">
        <pc:chgData name="Hainana, Helena" userId="a58133b2-e263-497f-a540-9c147da11375" providerId="ADAL" clId="{4923009A-821D-4917-ADD0-7DB67413FC0C}" dt="2026-02-17T18:38:46.802" v="2827" actId="20577"/>
        <pc:sldMkLst>
          <pc:docMk/>
          <pc:sldMk cId="3328253133" sldId="471"/>
        </pc:sldMkLst>
        <pc:spChg chg="mod">
          <ac:chgData name="Hainana, Helena" userId="a58133b2-e263-497f-a540-9c147da11375" providerId="ADAL" clId="{4923009A-821D-4917-ADD0-7DB67413FC0C}" dt="2026-02-11T12:52:53.394" v="706" actId="1076"/>
          <ac:spMkLst>
            <pc:docMk/>
            <pc:sldMk cId="3328253133" sldId="471"/>
            <ac:spMk id="27649" creationId="{14D202E7-E5C8-B1E2-9CCD-8AA052E73630}"/>
          </ac:spMkLst>
        </pc:spChg>
        <pc:spChg chg="mod">
          <ac:chgData name="Hainana, Helena" userId="a58133b2-e263-497f-a540-9c147da11375" providerId="ADAL" clId="{4923009A-821D-4917-ADD0-7DB67413FC0C}" dt="2026-02-17T18:38:46.802" v="2827" actId="20577"/>
          <ac:spMkLst>
            <pc:docMk/>
            <pc:sldMk cId="3328253133" sldId="471"/>
            <ac:spMk id="27650" creationId="{F9B70BCE-678A-EA95-96AD-A073EA9588FB}"/>
          </ac:spMkLst>
        </pc:spChg>
        <pc:picChg chg="mod">
          <ac:chgData name="Hainana, Helena" userId="a58133b2-e263-497f-a540-9c147da11375" providerId="ADAL" clId="{4923009A-821D-4917-ADD0-7DB67413FC0C}" dt="2026-02-11T12:52:59.738" v="707" actId="1076"/>
          <ac:picMkLst>
            <pc:docMk/>
            <pc:sldMk cId="3328253133" sldId="471"/>
            <ac:picMk id="27651" creationId="{179FBB4A-857E-E8D1-CB2E-33E29FFA5457}"/>
          </ac:picMkLst>
        </pc:picChg>
      </pc:sldChg>
      <pc:sldChg chg="modSp mod">
        <pc:chgData name="Hainana, Helena" userId="a58133b2-e263-497f-a540-9c147da11375" providerId="ADAL" clId="{4923009A-821D-4917-ADD0-7DB67413FC0C}" dt="2026-02-18T08:05:48.704" v="3278" actId="207"/>
        <pc:sldMkLst>
          <pc:docMk/>
          <pc:sldMk cId="2986075224" sldId="476"/>
        </pc:sldMkLst>
        <pc:spChg chg="mod">
          <ac:chgData name="Hainana, Helena" userId="a58133b2-e263-497f-a540-9c147da11375" providerId="ADAL" clId="{4923009A-821D-4917-ADD0-7DB67413FC0C}" dt="2026-02-18T08:05:48.704" v="3278" actId="207"/>
          <ac:spMkLst>
            <pc:docMk/>
            <pc:sldMk cId="2986075224" sldId="476"/>
            <ac:spMk id="2" creationId="{C6DBAFA5-8EC0-3556-3F5A-E67E2D671C7B}"/>
          </ac:spMkLst>
        </pc:spChg>
        <pc:spChg chg="mod">
          <ac:chgData name="Hainana, Helena" userId="a58133b2-e263-497f-a540-9c147da11375" providerId="ADAL" clId="{4923009A-821D-4917-ADD0-7DB67413FC0C}" dt="2026-02-17T14:09:07.599" v="2117" actId="207"/>
          <ac:spMkLst>
            <pc:docMk/>
            <pc:sldMk cId="2986075224" sldId="476"/>
            <ac:spMk id="5" creationId="{F9FC26FE-7631-AB4A-A4A5-B903E6431204}"/>
          </ac:spMkLst>
        </pc:spChg>
      </pc:sldChg>
      <pc:sldChg chg="addSp delSp modSp mod">
        <pc:chgData name="Hainana, Helena" userId="a58133b2-e263-497f-a540-9c147da11375" providerId="ADAL" clId="{4923009A-821D-4917-ADD0-7DB67413FC0C}" dt="2026-02-18T08:02:08.920" v="3266" actId="207"/>
        <pc:sldMkLst>
          <pc:docMk/>
          <pc:sldMk cId="608127938" sldId="478"/>
        </pc:sldMkLst>
        <pc:spChg chg="mod">
          <ac:chgData name="Hainana, Helena" userId="a58133b2-e263-497f-a540-9c147da11375" providerId="ADAL" clId="{4923009A-821D-4917-ADD0-7DB67413FC0C}" dt="2026-02-18T08:02:08.920" v="3266" actId="207"/>
          <ac:spMkLst>
            <pc:docMk/>
            <pc:sldMk cId="608127938" sldId="478"/>
            <ac:spMk id="27650" creationId="{F9B70BCE-678A-EA95-96AD-A073EA9588FB}"/>
          </ac:spMkLst>
        </pc:spChg>
        <pc:picChg chg="add mod">
          <ac:chgData name="Hainana, Helena" userId="a58133b2-e263-497f-a540-9c147da11375" providerId="ADAL" clId="{4923009A-821D-4917-ADD0-7DB67413FC0C}" dt="2026-02-14T09:36:16.227" v="1554" actId="14100"/>
          <ac:picMkLst>
            <pc:docMk/>
            <pc:sldMk cId="608127938" sldId="478"/>
            <ac:picMk id="4" creationId="{3560837B-4C6E-E25F-E4E4-1E0A0B31DA28}"/>
          </ac:picMkLst>
        </pc:picChg>
        <pc:picChg chg="add mod">
          <ac:chgData name="Hainana, Helena" userId="a58133b2-e263-497f-a540-9c147da11375" providerId="ADAL" clId="{4923009A-821D-4917-ADD0-7DB67413FC0C}" dt="2026-02-11T11:51:23.564" v="245" actId="1076"/>
          <ac:picMkLst>
            <pc:docMk/>
            <pc:sldMk cId="608127938" sldId="478"/>
            <ac:picMk id="6" creationId="{67CF4D9A-AB2E-AAD8-7D54-CFBB9031C56F}"/>
          </ac:picMkLst>
        </pc:picChg>
      </pc:sldChg>
      <pc:sldChg chg="addSp modSp mod">
        <pc:chgData name="Hainana, Helena" userId="a58133b2-e263-497f-a540-9c147da11375" providerId="ADAL" clId="{4923009A-821D-4917-ADD0-7DB67413FC0C}" dt="2026-02-18T08:18:38.152" v="3307" actId="207"/>
        <pc:sldMkLst>
          <pc:docMk/>
          <pc:sldMk cId="4241081042" sldId="481"/>
        </pc:sldMkLst>
        <pc:spChg chg="mod">
          <ac:chgData name="Hainana, Helena" userId="a58133b2-e263-497f-a540-9c147da11375" providerId="ADAL" clId="{4923009A-821D-4917-ADD0-7DB67413FC0C}" dt="2026-02-18T08:18:38.152" v="3307" actId="207"/>
          <ac:spMkLst>
            <pc:docMk/>
            <pc:sldMk cId="4241081042" sldId="481"/>
            <ac:spMk id="16709" creationId="{2754F54D-5806-FE02-E5AD-B2747310E328}"/>
          </ac:spMkLst>
        </pc:spChg>
        <pc:picChg chg="add mod">
          <ac:chgData name="Hainana, Helena" userId="a58133b2-e263-497f-a540-9c147da11375" providerId="ADAL" clId="{4923009A-821D-4917-ADD0-7DB67413FC0C}" dt="2026-02-12T13:18:05.768" v="1549" actId="14100"/>
          <ac:picMkLst>
            <pc:docMk/>
            <pc:sldMk cId="4241081042" sldId="481"/>
            <ac:picMk id="2050" creationId="{6483A942-3766-BFB9-14DE-973FB6A4A173}"/>
          </ac:picMkLst>
        </pc:picChg>
      </pc:sldChg>
      <pc:sldChg chg="addSp delSp modSp mod">
        <pc:chgData name="Hainana, Helena" userId="a58133b2-e263-497f-a540-9c147da11375" providerId="ADAL" clId="{4923009A-821D-4917-ADD0-7DB67413FC0C}" dt="2026-02-18T08:18:02.606" v="3305" actId="207"/>
        <pc:sldMkLst>
          <pc:docMk/>
          <pc:sldMk cId="3688956518" sldId="487"/>
        </pc:sldMkLst>
        <pc:spChg chg="mod">
          <ac:chgData name="Hainana, Helena" userId="a58133b2-e263-497f-a540-9c147da11375" providerId="ADAL" clId="{4923009A-821D-4917-ADD0-7DB67413FC0C}" dt="2026-02-18T08:18:02.606" v="3305" actId="207"/>
          <ac:spMkLst>
            <pc:docMk/>
            <pc:sldMk cId="3688956518" sldId="487"/>
            <ac:spMk id="5" creationId="{846671DD-A79F-2DB6-2BDD-5776562B1B58}"/>
          </ac:spMkLst>
        </pc:spChg>
        <pc:spChg chg="mod">
          <ac:chgData name="Hainana, Helena" userId="a58133b2-e263-497f-a540-9c147da11375" providerId="ADAL" clId="{4923009A-821D-4917-ADD0-7DB67413FC0C}" dt="2026-02-18T08:17:23.134" v="3302" actId="207"/>
          <ac:spMkLst>
            <pc:docMk/>
            <pc:sldMk cId="3688956518" sldId="487"/>
            <ac:spMk id="16389" creationId="{4261D3CF-16C1-8388-DF28-88253863C547}"/>
          </ac:spMkLst>
        </pc:spChg>
        <pc:picChg chg="add mod">
          <ac:chgData name="Hainana, Helena" userId="a58133b2-e263-497f-a540-9c147da11375" providerId="ADAL" clId="{4923009A-821D-4917-ADD0-7DB67413FC0C}" dt="2026-02-12T12:59:58.934" v="1486" actId="1076"/>
          <ac:picMkLst>
            <pc:docMk/>
            <pc:sldMk cId="3688956518" sldId="487"/>
            <ac:picMk id="16710" creationId="{7CDDF7F9-1D2C-51A1-1072-7582BF01BFFB}"/>
          </ac:picMkLst>
        </pc:picChg>
      </pc:sldChg>
      <pc:sldChg chg="addSp delSp modSp mod ord">
        <pc:chgData name="Hainana, Helena" userId="a58133b2-e263-497f-a540-9c147da11375" providerId="ADAL" clId="{4923009A-821D-4917-ADD0-7DB67413FC0C}" dt="2026-02-18T07:55:53.806" v="3191" actId="207"/>
        <pc:sldMkLst>
          <pc:docMk/>
          <pc:sldMk cId="3956571363" sldId="497"/>
        </pc:sldMkLst>
        <pc:spChg chg="mod">
          <ac:chgData name="Hainana, Helena" userId="a58133b2-e263-497f-a540-9c147da11375" providerId="ADAL" clId="{4923009A-821D-4917-ADD0-7DB67413FC0C}" dt="2026-02-11T11:37:35.794" v="140" actId="1076"/>
          <ac:spMkLst>
            <pc:docMk/>
            <pc:sldMk cId="3956571363" sldId="497"/>
            <ac:spMk id="2" creationId="{C0372329-5A1D-576A-A30C-E33A8A68CA11}"/>
          </ac:spMkLst>
        </pc:spChg>
        <pc:spChg chg="add mod">
          <ac:chgData name="Hainana, Helena" userId="a58133b2-e263-497f-a540-9c147da11375" providerId="ADAL" clId="{4923009A-821D-4917-ADD0-7DB67413FC0C}" dt="2026-02-11T11:37:28.632" v="138" actId="1076"/>
          <ac:spMkLst>
            <pc:docMk/>
            <pc:sldMk cId="3956571363" sldId="497"/>
            <ac:spMk id="3" creationId="{B48E0DC9-8791-4003-70F6-917C10EDF7CE}"/>
          </ac:spMkLst>
        </pc:spChg>
        <pc:spChg chg="mod">
          <ac:chgData name="Hainana, Helena" userId="a58133b2-e263-497f-a540-9c147da11375" providerId="ADAL" clId="{4923009A-821D-4917-ADD0-7DB67413FC0C}" dt="2026-02-18T07:55:53.806" v="3191" actId="207"/>
          <ac:spMkLst>
            <pc:docMk/>
            <pc:sldMk cId="3956571363" sldId="497"/>
            <ac:spMk id="27650" creationId="{F9B70BCE-678A-EA95-96AD-A073EA9588FB}"/>
          </ac:spMkLst>
        </pc:spChg>
      </pc:sldChg>
      <pc:sldChg chg="addSp delSp modSp mod">
        <pc:chgData name="Hainana, Helena" userId="a58133b2-e263-497f-a540-9c147da11375" providerId="ADAL" clId="{4923009A-821D-4917-ADD0-7DB67413FC0C}" dt="2026-02-18T08:04:09.569" v="3274" actId="207"/>
        <pc:sldMkLst>
          <pc:docMk/>
          <pc:sldMk cId="3860191128" sldId="498"/>
        </pc:sldMkLst>
        <pc:spChg chg="mod">
          <ac:chgData name="Hainana, Helena" userId="a58133b2-e263-497f-a540-9c147da11375" providerId="ADAL" clId="{4923009A-821D-4917-ADD0-7DB67413FC0C}" dt="2026-02-18T08:04:09.569" v="3274" actId="207"/>
          <ac:spMkLst>
            <pc:docMk/>
            <pc:sldMk cId="3860191128" sldId="498"/>
            <ac:spMk id="27650" creationId="{F9B70BCE-678A-EA95-96AD-A073EA9588FB}"/>
          </ac:spMkLst>
        </pc:spChg>
        <pc:picChg chg="add del mod">
          <ac:chgData name="Hainana, Helena" userId="a58133b2-e263-497f-a540-9c147da11375" providerId="ADAL" clId="{4923009A-821D-4917-ADD0-7DB67413FC0C}" dt="2026-02-17T14:02:55.354" v="2079" actId="1076"/>
          <ac:picMkLst>
            <pc:docMk/>
            <pc:sldMk cId="3860191128" sldId="498"/>
            <ac:picMk id="3" creationId="{3D89210B-DF92-D473-C4AD-01B58BFC236A}"/>
          </ac:picMkLst>
        </pc:picChg>
        <pc:picChg chg="mod">
          <ac:chgData name="Hainana, Helena" userId="a58133b2-e263-497f-a540-9c147da11375" providerId="ADAL" clId="{4923009A-821D-4917-ADD0-7DB67413FC0C}" dt="2026-02-11T12:02:52.268" v="317" actId="1076"/>
          <ac:picMkLst>
            <pc:docMk/>
            <pc:sldMk cId="3860191128" sldId="498"/>
            <ac:picMk id="4" creationId="{6A8E4B9A-5E28-5E3E-88A8-7BDC71C71BB8}"/>
          </ac:picMkLst>
        </pc:picChg>
        <pc:picChg chg="add del mod">
          <ac:chgData name="Hainana, Helena" userId="a58133b2-e263-497f-a540-9c147da11375" providerId="ADAL" clId="{4923009A-821D-4917-ADD0-7DB67413FC0C}" dt="2026-02-17T14:02:57.130" v="2080" actId="1076"/>
          <ac:picMkLst>
            <pc:docMk/>
            <pc:sldMk cId="3860191128" sldId="498"/>
            <ac:picMk id="5" creationId="{637D870B-70A3-F58F-8D46-47512D9F0B88}"/>
          </ac:picMkLst>
        </pc:picChg>
      </pc:sldChg>
      <pc:sldChg chg="addSp modSp mod">
        <pc:chgData name="Hainana, Helena" userId="a58133b2-e263-497f-a540-9c147da11375" providerId="ADAL" clId="{4923009A-821D-4917-ADD0-7DB67413FC0C}" dt="2026-02-18T08:02:32.795" v="3268" actId="207"/>
        <pc:sldMkLst>
          <pc:docMk/>
          <pc:sldMk cId="3272693284" sldId="499"/>
        </pc:sldMkLst>
        <pc:spChg chg="mod">
          <ac:chgData name="Hainana, Helena" userId="a58133b2-e263-497f-a540-9c147da11375" providerId="ADAL" clId="{4923009A-821D-4917-ADD0-7DB67413FC0C}" dt="2026-02-18T08:02:32.795" v="3268" actId="207"/>
          <ac:spMkLst>
            <pc:docMk/>
            <pc:sldMk cId="3272693284" sldId="499"/>
            <ac:spMk id="27650" creationId="{F9B70BCE-678A-EA95-96AD-A073EA9588FB}"/>
          </ac:spMkLst>
        </pc:spChg>
        <pc:picChg chg="add mod">
          <ac:chgData name="Hainana, Helena" userId="a58133b2-e263-497f-a540-9c147da11375" providerId="ADAL" clId="{4923009A-821D-4917-ADD0-7DB67413FC0C}" dt="2026-02-11T11:50:27.039" v="238" actId="14100"/>
          <ac:picMkLst>
            <pc:docMk/>
            <pc:sldMk cId="3272693284" sldId="499"/>
            <ac:picMk id="4" creationId="{7FE2CACC-B0EA-C316-E623-6691F90EEBB5}"/>
          </ac:picMkLst>
        </pc:picChg>
      </pc:sldChg>
      <pc:sldChg chg="modSp mod">
        <pc:chgData name="Hainana, Helena" userId="a58133b2-e263-497f-a540-9c147da11375" providerId="ADAL" clId="{4923009A-821D-4917-ADD0-7DB67413FC0C}" dt="2026-02-17T13:50:29.232" v="1935" actId="20577"/>
        <pc:sldMkLst>
          <pc:docMk/>
          <pc:sldMk cId="2418622236" sldId="500"/>
        </pc:sldMkLst>
        <pc:spChg chg="mod">
          <ac:chgData name="Hainana, Helena" userId="a58133b2-e263-497f-a540-9c147da11375" providerId="ADAL" clId="{4923009A-821D-4917-ADD0-7DB67413FC0C}" dt="2026-02-17T13:50:29.232" v="1935" actId="20577"/>
          <ac:spMkLst>
            <pc:docMk/>
            <pc:sldMk cId="2418622236" sldId="500"/>
            <ac:spMk id="5" creationId="{BEF1DBF1-D67B-1D33-B311-FD2CA7EDC84D}"/>
          </ac:spMkLst>
        </pc:spChg>
      </pc:sldChg>
      <pc:sldChg chg="modSp mod">
        <pc:chgData name="Hainana, Helena" userId="a58133b2-e263-497f-a540-9c147da11375" providerId="ADAL" clId="{4923009A-821D-4917-ADD0-7DB67413FC0C}" dt="2026-02-18T07:58:43.888" v="3197" actId="207"/>
        <pc:sldMkLst>
          <pc:docMk/>
          <pc:sldMk cId="3767586035" sldId="501"/>
        </pc:sldMkLst>
        <pc:spChg chg="mod">
          <ac:chgData name="Hainana, Helena" userId="a58133b2-e263-497f-a540-9c147da11375" providerId="ADAL" clId="{4923009A-821D-4917-ADD0-7DB67413FC0C}" dt="2026-02-18T07:58:43.888" v="3197" actId="207"/>
          <ac:spMkLst>
            <pc:docMk/>
            <pc:sldMk cId="3767586035" sldId="501"/>
            <ac:spMk id="5" creationId="{EF510641-838F-2FEB-8EF9-906F9C69E5AE}"/>
          </ac:spMkLst>
        </pc:spChg>
      </pc:sldChg>
      <pc:sldChg chg="modSp mod">
        <pc:chgData name="Hainana, Helena" userId="a58133b2-e263-497f-a540-9c147da11375" providerId="ADAL" clId="{4923009A-821D-4917-ADD0-7DB67413FC0C}" dt="2026-02-18T08:07:31.707" v="3281" actId="207"/>
        <pc:sldMkLst>
          <pc:docMk/>
          <pc:sldMk cId="3962242489" sldId="503"/>
        </pc:sldMkLst>
        <pc:spChg chg="mod">
          <ac:chgData name="Hainana, Helena" userId="a58133b2-e263-497f-a540-9c147da11375" providerId="ADAL" clId="{4923009A-821D-4917-ADD0-7DB67413FC0C}" dt="2026-02-18T08:07:31.707" v="3281" actId="207"/>
          <ac:spMkLst>
            <pc:docMk/>
            <pc:sldMk cId="3962242489" sldId="503"/>
            <ac:spMk id="3" creationId="{18E6FEE0-5FB0-9154-DA08-F0C72C3CBE42}"/>
          </ac:spMkLst>
        </pc:spChg>
      </pc:sldChg>
      <pc:sldChg chg="modSp mod">
        <pc:chgData name="Hainana, Helena" userId="a58133b2-e263-497f-a540-9c147da11375" providerId="ADAL" clId="{4923009A-821D-4917-ADD0-7DB67413FC0C}" dt="2026-02-11T12:07:46.714" v="337" actId="113"/>
        <pc:sldMkLst>
          <pc:docMk/>
          <pc:sldMk cId="3977910870" sldId="504"/>
        </pc:sldMkLst>
        <pc:spChg chg="mod">
          <ac:chgData name="Hainana, Helena" userId="a58133b2-e263-497f-a540-9c147da11375" providerId="ADAL" clId="{4923009A-821D-4917-ADD0-7DB67413FC0C}" dt="2026-02-11T12:07:46.714" v="337" actId="113"/>
          <ac:spMkLst>
            <pc:docMk/>
            <pc:sldMk cId="3977910870" sldId="504"/>
            <ac:spMk id="6" creationId="{18B53B80-187F-100D-4598-9642C855B126}"/>
          </ac:spMkLst>
        </pc:spChg>
      </pc:sldChg>
      <pc:sldChg chg="addSp delSp modSp mod">
        <pc:chgData name="Hainana, Helena" userId="a58133b2-e263-497f-a540-9c147da11375" providerId="ADAL" clId="{4923009A-821D-4917-ADD0-7DB67413FC0C}" dt="2026-02-17T14:14:28.941" v="2150" actId="1076"/>
        <pc:sldMkLst>
          <pc:docMk/>
          <pc:sldMk cId="823144491" sldId="505"/>
        </pc:sldMkLst>
        <pc:spChg chg="mod">
          <ac:chgData name="Hainana, Helena" userId="a58133b2-e263-497f-a540-9c147da11375" providerId="ADAL" clId="{4923009A-821D-4917-ADD0-7DB67413FC0C}" dt="2026-02-12T12:36:06.368" v="1359" actId="1076"/>
          <ac:spMkLst>
            <pc:docMk/>
            <pc:sldMk cId="823144491" sldId="505"/>
            <ac:spMk id="2" creationId="{F2D4CCAA-5A04-4C5A-C279-81424835B714}"/>
          </ac:spMkLst>
        </pc:spChg>
        <pc:spChg chg="mod">
          <ac:chgData name="Hainana, Helena" userId="a58133b2-e263-497f-a540-9c147da11375" providerId="ADAL" clId="{4923009A-821D-4917-ADD0-7DB67413FC0C}" dt="2026-02-11T12:14:08.092" v="379" actId="113"/>
          <ac:spMkLst>
            <pc:docMk/>
            <pc:sldMk cId="823144491" sldId="505"/>
            <ac:spMk id="12" creationId="{8B0C9258-AC6B-FCF0-F682-8B0209DEB328}"/>
          </ac:spMkLst>
        </pc:spChg>
        <pc:spChg chg="mod">
          <ac:chgData name="Hainana, Helena" userId="a58133b2-e263-497f-a540-9c147da11375" providerId="ADAL" clId="{4923009A-821D-4917-ADD0-7DB67413FC0C}" dt="2026-02-11T12:14:17.672" v="382" actId="113"/>
          <ac:spMkLst>
            <pc:docMk/>
            <pc:sldMk cId="823144491" sldId="505"/>
            <ac:spMk id="13" creationId="{E4D98CD0-B3B0-A8F5-E907-016670ED09DE}"/>
          </ac:spMkLst>
        </pc:spChg>
        <pc:spChg chg="add mod">
          <ac:chgData name="Hainana, Helena" userId="a58133b2-e263-497f-a540-9c147da11375" providerId="ADAL" clId="{4923009A-821D-4917-ADD0-7DB67413FC0C}" dt="2026-02-11T12:14:13.820" v="381" actId="113"/>
          <ac:spMkLst>
            <pc:docMk/>
            <pc:sldMk cId="823144491" sldId="505"/>
            <ac:spMk id="16" creationId="{52CD4B8C-C92D-53F8-7E70-CC2BC5C12373}"/>
          </ac:spMkLst>
        </pc:spChg>
        <pc:picChg chg="add mod">
          <ac:chgData name="Hainana, Helena" userId="a58133b2-e263-497f-a540-9c147da11375" providerId="ADAL" clId="{4923009A-821D-4917-ADD0-7DB67413FC0C}" dt="2026-02-17T14:14:28.941" v="2150" actId="1076"/>
          <ac:picMkLst>
            <pc:docMk/>
            <pc:sldMk cId="823144491" sldId="505"/>
            <ac:picMk id="8" creationId="{47DB2FFA-D416-9E0B-E424-DC07F960A65F}"/>
          </ac:picMkLst>
        </pc:picChg>
        <pc:picChg chg="add mod">
          <ac:chgData name="Hainana, Helena" userId="a58133b2-e263-497f-a540-9c147da11375" providerId="ADAL" clId="{4923009A-821D-4917-ADD0-7DB67413FC0C}" dt="2026-02-11T12:10:55.636" v="359" actId="14100"/>
          <ac:picMkLst>
            <pc:docMk/>
            <pc:sldMk cId="823144491" sldId="505"/>
            <ac:picMk id="15" creationId="{8A537F3C-052B-470C-931C-E85386BF85E6}"/>
          </ac:picMkLst>
        </pc:picChg>
        <pc:picChg chg="add mod">
          <ac:chgData name="Hainana, Helena" userId="a58133b2-e263-497f-a540-9c147da11375" providerId="ADAL" clId="{4923009A-821D-4917-ADD0-7DB67413FC0C}" dt="2026-02-11T12:12:27.683" v="377" actId="1076"/>
          <ac:picMkLst>
            <pc:docMk/>
            <pc:sldMk cId="823144491" sldId="505"/>
            <ac:picMk id="18" creationId="{76C73C88-C83E-AE3A-6330-2D03E6734FFB}"/>
          </ac:picMkLst>
        </pc:picChg>
      </pc:sldChg>
      <pc:sldChg chg="modSp mod">
        <pc:chgData name="Hainana, Helena" userId="a58133b2-e263-497f-a540-9c147da11375" providerId="ADAL" clId="{4923009A-821D-4917-ADD0-7DB67413FC0C}" dt="2026-02-18T08:06:29.436" v="3279" actId="207"/>
        <pc:sldMkLst>
          <pc:docMk/>
          <pc:sldMk cId="1090143323" sldId="506"/>
        </pc:sldMkLst>
        <pc:spChg chg="mod">
          <ac:chgData name="Hainana, Helena" userId="a58133b2-e263-497f-a540-9c147da11375" providerId="ADAL" clId="{4923009A-821D-4917-ADD0-7DB67413FC0C}" dt="2026-02-18T08:06:29.436" v="3279" actId="207"/>
          <ac:spMkLst>
            <pc:docMk/>
            <pc:sldMk cId="1090143323" sldId="506"/>
            <ac:spMk id="3" creationId="{09ED391E-C901-D9DB-8ECA-758C79130816}"/>
          </ac:spMkLst>
        </pc:spChg>
      </pc:sldChg>
      <pc:sldChg chg="addSp modSp mod">
        <pc:chgData name="Hainana, Helena" userId="a58133b2-e263-497f-a540-9c147da11375" providerId="ADAL" clId="{4923009A-821D-4917-ADD0-7DB67413FC0C}" dt="2026-02-18T08:15:40.128" v="3288" actId="207"/>
        <pc:sldMkLst>
          <pc:docMk/>
          <pc:sldMk cId="2664436104" sldId="507"/>
        </pc:sldMkLst>
        <pc:spChg chg="mod">
          <ac:chgData name="Hainana, Helena" userId="a58133b2-e263-497f-a540-9c147da11375" providerId="ADAL" clId="{4923009A-821D-4917-ADD0-7DB67413FC0C}" dt="2026-02-18T08:15:40.128" v="3288" actId="207"/>
          <ac:spMkLst>
            <pc:docMk/>
            <pc:sldMk cId="2664436104" sldId="507"/>
            <ac:spMk id="3" creationId="{22110E56-26CC-CF8D-9975-2A8207DD6CE3}"/>
          </ac:spMkLst>
        </pc:spChg>
        <pc:spChg chg="add mod">
          <ac:chgData name="Hainana, Helena" userId="a58133b2-e263-497f-a540-9c147da11375" providerId="ADAL" clId="{4923009A-821D-4917-ADD0-7DB67413FC0C}" dt="2026-02-12T12:26:25.513" v="1357" actId="20577"/>
          <ac:spMkLst>
            <pc:docMk/>
            <pc:sldMk cId="2664436104" sldId="507"/>
            <ac:spMk id="7" creationId="{EC0A1700-3722-161C-096D-421FD696B6D7}"/>
          </ac:spMkLst>
        </pc:spChg>
      </pc:sldChg>
      <pc:sldChg chg="addSp modSp mod">
        <pc:chgData name="Hainana, Helena" userId="a58133b2-e263-497f-a540-9c147da11375" providerId="ADAL" clId="{4923009A-821D-4917-ADD0-7DB67413FC0C}" dt="2026-02-18T08:16:12.172" v="3291" actId="207"/>
        <pc:sldMkLst>
          <pc:docMk/>
          <pc:sldMk cId="3889722436" sldId="508"/>
        </pc:sldMkLst>
        <pc:spChg chg="mod">
          <ac:chgData name="Hainana, Helena" userId="a58133b2-e263-497f-a540-9c147da11375" providerId="ADAL" clId="{4923009A-821D-4917-ADD0-7DB67413FC0C}" dt="2026-02-18T08:16:12.172" v="3291" actId="207"/>
          <ac:spMkLst>
            <pc:docMk/>
            <pc:sldMk cId="3889722436" sldId="508"/>
            <ac:spMk id="3" creationId="{8788CE7C-8850-56D3-937F-E3D573B320DB}"/>
          </ac:spMkLst>
        </pc:spChg>
        <pc:spChg chg="add mod">
          <ac:chgData name="Hainana, Helena" userId="a58133b2-e263-497f-a540-9c147da11375" providerId="ADAL" clId="{4923009A-821D-4917-ADD0-7DB67413FC0C}" dt="2026-02-11T13:09:10.891" v="1020" actId="1076"/>
          <ac:spMkLst>
            <pc:docMk/>
            <pc:sldMk cId="3889722436" sldId="508"/>
            <ac:spMk id="7" creationId="{5FEB69BE-CC2E-F5C2-0B6C-61DD5FA11ED2}"/>
          </ac:spMkLst>
        </pc:spChg>
      </pc:sldChg>
      <pc:sldChg chg="add">
        <pc:chgData name="Hainana, Helena" userId="a58133b2-e263-497f-a540-9c147da11375" providerId="ADAL" clId="{4923009A-821D-4917-ADD0-7DB67413FC0C}" dt="2026-02-11T12:08:46.146" v="338" actId="2890"/>
        <pc:sldMkLst>
          <pc:docMk/>
          <pc:sldMk cId="1020709483" sldId="517"/>
        </pc:sldMkLst>
      </pc:sldChg>
      <pc:sldChg chg="addSp modSp add mod">
        <pc:chgData name="Hainana, Helena" userId="a58133b2-e263-497f-a540-9c147da11375" providerId="ADAL" clId="{4923009A-821D-4917-ADD0-7DB67413FC0C}" dt="2026-02-18T08:14:39.118" v="3282" actId="207"/>
        <pc:sldMkLst>
          <pc:docMk/>
          <pc:sldMk cId="911966812" sldId="518"/>
        </pc:sldMkLst>
        <pc:spChg chg="mod">
          <ac:chgData name="Hainana, Helena" userId="a58133b2-e263-497f-a540-9c147da11375" providerId="ADAL" clId="{4923009A-821D-4917-ADD0-7DB67413FC0C}" dt="2026-02-18T08:14:39.118" v="3282" actId="207"/>
          <ac:spMkLst>
            <pc:docMk/>
            <pc:sldMk cId="911966812" sldId="518"/>
            <ac:spMk id="27650" creationId="{1D95BFED-AB4C-4AF0-79F3-E3522A425F51}"/>
          </ac:spMkLst>
        </pc:spChg>
        <pc:picChg chg="add mod">
          <ac:chgData name="Hainana, Helena" userId="a58133b2-e263-497f-a540-9c147da11375" providerId="ADAL" clId="{4923009A-821D-4917-ADD0-7DB67413FC0C}" dt="2026-02-17T18:38:55.052" v="2828" actId="14100"/>
          <ac:picMkLst>
            <pc:docMk/>
            <pc:sldMk cId="911966812" sldId="518"/>
            <ac:picMk id="3" creationId="{63281459-9F5C-97B4-1BFC-00CE958DD954}"/>
          </ac:picMkLst>
        </pc:picChg>
      </pc:sldChg>
      <pc:sldChg chg="addSp delSp modSp add mod">
        <pc:chgData name="Hainana, Helena" userId="a58133b2-e263-497f-a540-9c147da11375" providerId="ADAL" clId="{4923009A-821D-4917-ADD0-7DB67413FC0C}" dt="2026-02-17T14:44:37.497" v="2469" actId="1076"/>
        <pc:sldMkLst>
          <pc:docMk/>
          <pc:sldMk cId="2460045137" sldId="519"/>
        </pc:sldMkLst>
        <pc:spChg chg="mod">
          <ac:chgData name="Hainana, Helena" userId="a58133b2-e263-497f-a540-9c147da11375" providerId="ADAL" clId="{4923009A-821D-4917-ADD0-7DB67413FC0C}" dt="2026-02-12T13:16:21.096" v="1544" actId="1076"/>
          <ac:spMkLst>
            <pc:docMk/>
            <pc:sldMk cId="2460045137" sldId="519"/>
            <ac:spMk id="2" creationId="{BFC885E2-6D22-73DE-A0A5-49F617C7E454}"/>
          </ac:spMkLst>
        </pc:spChg>
        <pc:spChg chg="add mod">
          <ac:chgData name="Hainana, Helena" userId="a58133b2-e263-497f-a540-9c147da11375" providerId="ADAL" clId="{4923009A-821D-4917-ADD0-7DB67413FC0C}" dt="2026-02-17T14:44:29.229" v="2468" actId="1076"/>
          <ac:spMkLst>
            <pc:docMk/>
            <pc:sldMk cId="2460045137" sldId="519"/>
            <ac:spMk id="4" creationId="{9DECEE1A-5553-C8F1-FB09-D75F4CA16C51}"/>
          </ac:spMkLst>
        </pc:spChg>
        <pc:picChg chg="add mod">
          <ac:chgData name="Hainana, Helena" userId="a58133b2-e263-497f-a540-9c147da11375" providerId="ADAL" clId="{4923009A-821D-4917-ADD0-7DB67413FC0C}" dt="2026-02-17T14:44:37.497" v="2469" actId="1076"/>
          <ac:picMkLst>
            <pc:docMk/>
            <pc:sldMk cId="2460045137" sldId="519"/>
            <ac:picMk id="5" creationId="{1C4EF1C2-5943-BBCA-677C-BF09EBB0D99C}"/>
          </ac:picMkLst>
        </pc:picChg>
      </pc:sldChg>
      <pc:sldChg chg="delSp modSp add mod">
        <pc:chgData name="Hainana, Helena" userId="a58133b2-e263-497f-a540-9c147da11375" providerId="ADAL" clId="{4923009A-821D-4917-ADD0-7DB67413FC0C}" dt="2026-02-23T19:05:24.147" v="3482" actId="478"/>
        <pc:sldMkLst>
          <pc:docMk/>
          <pc:sldMk cId="3651038115" sldId="556"/>
        </pc:sldMkLst>
        <pc:spChg chg="del">
          <ac:chgData name="Hainana, Helena" userId="a58133b2-e263-497f-a540-9c147da11375" providerId="ADAL" clId="{4923009A-821D-4917-ADD0-7DB67413FC0C}" dt="2026-02-23T19:05:24.147" v="3482" actId="478"/>
          <ac:spMkLst>
            <pc:docMk/>
            <pc:sldMk cId="3651038115" sldId="556"/>
            <ac:spMk id="3" creationId="{472ADD58-6399-F57A-563B-CF08295BEDA6}"/>
          </ac:spMkLst>
        </pc:spChg>
        <pc:spChg chg="del">
          <ac:chgData name="Hainana, Helena" userId="a58133b2-e263-497f-a540-9c147da11375" providerId="ADAL" clId="{4923009A-821D-4917-ADD0-7DB67413FC0C}" dt="2026-02-23T19:05:17.401" v="3480" actId="478"/>
          <ac:spMkLst>
            <pc:docMk/>
            <pc:sldMk cId="3651038115" sldId="556"/>
            <ac:spMk id="4" creationId="{A28CD77E-BAE9-5C02-3467-82D92A2053A2}"/>
          </ac:spMkLst>
        </pc:spChg>
        <pc:spChg chg="del mod">
          <ac:chgData name="Hainana, Helena" userId="a58133b2-e263-497f-a540-9c147da11375" providerId="ADAL" clId="{4923009A-821D-4917-ADD0-7DB67413FC0C}" dt="2026-02-23T19:05:19.671" v="3481" actId="478"/>
          <ac:spMkLst>
            <pc:docMk/>
            <pc:sldMk cId="3651038115" sldId="556"/>
            <ac:spMk id="43012" creationId="{EA8803FF-F500-184B-2BBC-8436200794E1}"/>
          </ac:spMkLst>
        </pc:spChg>
      </pc:sldChg>
      <pc:sldChg chg="addSp modSp add mod">
        <pc:chgData name="Hainana, Helena" userId="a58133b2-e263-497f-a540-9c147da11375" providerId="ADAL" clId="{4923009A-821D-4917-ADD0-7DB67413FC0C}" dt="2026-02-24T18:29:17.052" v="3661" actId="123"/>
        <pc:sldMkLst>
          <pc:docMk/>
          <pc:sldMk cId="1373239927" sldId="557"/>
        </pc:sldMkLst>
        <pc:spChg chg="add mod">
          <ac:chgData name="Hainana, Helena" userId="a58133b2-e263-497f-a540-9c147da11375" providerId="ADAL" clId="{4923009A-821D-4917-ADD0-7DB67413FC0C}" dt="2026-02-24T18:29:17.052" v="3661" actId="123"/>
          <ac:spMkLst>
            <pc:docMk/>
            <pc:sldMk cId="1373239927" sldId="557"/>
            <ac:spMk id="2" creationId="{3D1ACEE5-ED5F-7DBF-FD92-1BA2DBB1030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40356C1F-E9D6-859F-B4FB-9458C669AF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D590772B-7E66-2329-AD67-64884269BDF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076" name="Rectangle 4">
            <a:extLst>
              <a:ext uri="{FF2B5EF4-FFF2-40B4-BE49-F238E27FC236}">
                <a16:creationId xmlns:a16="http://schemas.microsoft.com/office/drawing/2014/main" id="{A4D53155-25E8-3CB3-DA76-EAC194DFDB5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9" tIns="45714" rIns="91429" bIns="45714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077" name="Rectangle 5">
            <a:extLst>
              <a:ext uri="{FF2B5EF4-FFF2-40B4-BE49-F238E27FC236}">
                <a16:creationId xmlns:a16="http://schemas.microsoft.com/office/drawing/2014/main" id="{9C86D7B0-7A70-42FD-7E3D-4C873743B36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9" tIns="45714" rIns="91429" bIns="45714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A5B477B2-EE75-4EFC-835C-462CCA1BEF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4E6820D-759B-4333-E851-6367F7F0EB1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9982A1A-066E-F521-6FE8-057B66A0A2F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6F874115-5E21-C02E-63B2-18E9135E5B4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1E9F5EE8-4BD5-D9C5-397E-C2BE07667EE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FE4C51F9-7331-47AF-E49E-19E22AD8500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49" tIns="48325" rIns="96649" bIns="48325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0C980EE8-9AA6-F7B8-F253-4008B6B2FA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6649" tIns="48325" rIns="96649" bIns="48325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fld id="{89E60F50-C955-498D-B4F4-5109970338E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87539040-4D4B-8A72-0591-075936D98B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0A9F149-CB44-4498-BCC2-54F51895C1B2}" type="slidenum">
              <a:rPr lang="en-US" altLang="en-US" sz="1300">
                <a:latin typeface="Times New Roman" panose="02020603050405020304" pitchFamily="18" charset="0"/>
              </a:rPr>
              <a:pPr/>
              <a:t>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B6FCF5FE-E534-5E1F-1B60-C941329B20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CF1EFEF-F7A2-5D50-5DD3-2175C73BD8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87539040-4D4B-8A72-0591-075936D98B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0A9F149-CB44-4498-BCC2-54F51895C1B2}" type="slidenum">
              <a:rPr lang="en-US" altLang="en-US" sz="1300">
                <a:latin typeface="Times New Roman" panose="02020603050405020304" pitchFamily="18" charset="0"/>
              </a:rPr>
              <a:pPr/>
              <a:t>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B6FCF5FE-E534-5E1F-1B60-C941329B20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CF1EFEF-F7A2-5D50-5DD3-2175C73BD8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0602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87539040-4D4B-8A72-0591-075936D98B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0A9F149-CB44-4498-BCC2-54F51895C1B2}" type="slidenum">
              <a:rPr lang="en-US" altLang="en-US" sz="1300">
                <a:latin typeface="Times New Roman" panose="02020603050405020304" pitchFamily="18" charset="0"/>
              </a:rPr>
              <a:pPr/>
              <a:t>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B6FCF5FE-E534-5E1F-1B60-C941329B20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CF1EFEF-F7A2-5D50-5DD3-2175C73BD8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62331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87539040-4D4B-8A72-0591-075936D98B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0A9F149-CB44-4498-BCC2-54F51895C1B2}" type="slidenum">
              <a:rPr lang="en-US" altLang="en-US" sz="1300">
                <a:latin typeface="Times New Roman" panose="02020603050405020304" pitchFamily="18" charset="0"/>
              </a:rPr>
              <a:pPr/>
              <a:t>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B6FCF5FE-E534-5E1F-1B60-C941329B20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CF1EFEF-F7A2-5D50-5DD3-2175C73BD8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46724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87539040-4D4B-8A72-0591-075936D98B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0A9F149-CB44-4498-BCC2-54F51895C1B2}" type="slidenum">
              <a:rPr lang="en-US" altLang="en-US" sz="1300">
                <a:latin typeface="Times New Roman" panose="02020603050405020304" pitchFamily="18" charset="0"/>
              </a:rPr>
              <a:pPr/>
              <a:t>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B6FCF5FE-E534-5E1F-1B60-C941329B20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CF1EFEF-F7A2-5D50-5DD3-2175C73BD8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28603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87539040-4D4B-8A72-0591-075936D98B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0A9F149-CB44-4498-BCC2-54F51895C1B2}" type="slidenum">
              <a:rPr lang="en-US" altLang="en-US" sz="1300">
                <a:latin typeface="Times New Roman" panose="02020603050405020304" pitchFamily="18" charset="0"/>
              </a:rPr>
              <a:pPr/>
              <a:t>10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B6FCF5FE-E534-5E1F-1B60-C941329B20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CF1EFEF-F7A2-5D50-5DD3-2175C73BD8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6970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60F50-C955-498D-B4F4-5109970338E5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9329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60F50-C955-498D-B4F4-5109970338E5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751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A14AB-84FB-AF46-51A0-EF6F69829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74949F-AE85-FAE1-C683-8A66C52C8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B9865-0953-74FF-F6D3-E4A936C1A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2AFE4-6C46-09D8-8198-484F2CF21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60F50-C955-498D-B4F4-5109970338E5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78888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60F50-C955-498D-B4F4-5109970338E5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47672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3EB3C-54AF-0680-BA6D-55D5F3FF3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7F7B9890-B429-2FCA-0A2B-ED0CDDE3D3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1F845DD-B759-45BA-AD46-D1372DB124D4}" type="slidenum">
              <a:rPr lang="en-US" altLang="en-US" sz="1300">
                <a:latin typeface="Times New Roman" panose="02020603050405020304" pitchFamily="18" charset="0"/>
              </a:rPr>
              <a:pPr/>
              <a:t>16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E96704CF-DB0A-5807-B1E6-A7AB667956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1851193F-427B-08EE-3CDD-0396A070C0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8462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521D4-58CD-3591-79F2-5DC7D4668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7C5C467D-90C5-1524-AF36-C6CA2B4BE7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56FBEB9-6BAA-416C-8659-603DAD29B914}" type="slidenum">
              <a:rPr lang="en-US" altLang="en-US" sz="1300">
                <a:latin typeface="Times New Roman" panose="02020603050405020304" pitchFamily="18" charset="0"/>
              </a:rPr>
              <a:pPr/>
              <a:t>17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E461FD71-4CB1-7367-5A24-21506B9373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60FB4CE4-10E1-9D2F-803E-EF33348BF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20015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87539040-4D4B-8A72-0591-075936D98B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0A9F149-CB44-4498-BCC2-54F51895C1B2}" type="slidenum">
              <a:rPr lang="en-US" altLang="en-US" sz="1300">
                <a:latin typeface="Times New Roman" panose="02020603050405020304" pitchFamily="18" charset="0"/>
              </a:rPr>
              <a:pPr/>
              <a:t>18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B6FCF5FE-E534-5E1F-1B60-C941329B20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CF1EFEF-F7A2-5D50-5DD3-2175C73BD8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98191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6BEAF-A68D-6894-1959-8725D84E7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2E244694-6315-8BB7-8A02-5A52D41B43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0A9F149-CB44-4498-BCC2-54F51895C1B2}" type="slidenum">
              <a:rPr lang="en-US" altLang="en-US" sz="1300">
                <a:latin typeface="Times New Roman" panose="02020603050405020304" pitchFamily="18" charset="0"/>
              </a:rPr>
              <a:pPr/>
              <a:t>19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2934E45D-11C1-33BA-A5BA-FA5F607AFD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9BD7489-5541-2D43-32EE-84D63195E1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26748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25B3B69D-2B5E-B03B-84BE-6FC29E6158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A47836C-42BE-402A-B5D7-2AC87203BF31}" type="slidenum">
              <a:rPr lang="en-US" altLang="en-US" sz="1300">
                <a:latin typeface="Times New Roman" panose="02020603050405020304" pitchFamily="18" charset="0"/>
              </a:rPr>
              <a:pPr/>
              <a:t>22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8F135AE0-B1D3-2870-E672-B89622C3C1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5783F12A-698E-3BC1-F14F-BCC462826E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2668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87539040-4D4B-8A72-0591-075936D98B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0A9F149-CB44-4498-BCC2-54F51895C1B2}" type="slidenum">
              <a:rPr lang="en-US" altLang="en-US" sz="1300">
                <a:latin typeface="Times New Roman" panose="02020603050405020304" pitchFamily="18" charset="0"/>
              </a:rPr>
              <a:pPr/>
              <a:t>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B6FCF5FE-E534-5E1F-1B60-C941329B20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CF1EFEF-F7A2-5D50-5DD3-2175C73BD8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66696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315B059B-CC55-C9D5-268E-B4F2103AE1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25D06AF-7858-4016-BCBD-AB866B51368C}" type="slidenum">
              <a:rPr lang="en-US" altLang="en-US" sz="1300">
                <a:latin typeface="Times New Roman" panose="02020603050405020304" pitchFamily="18" charset="0"/>
              </a:rPr>
              <a:pPr/>
              <a:t>27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3CAAE9E5-5F62-6EC7-0033-3CC77F6FD0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5A62AA8-B10E-8773-AE3F-326202125E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62467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315B059B-CC55-C9D5-268E-B4F2103AE1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25D06AF-7858-4016-BCBD-AB866B51368C}" type="slidenum">
              <a:rPr lang="en-US" altLang="en-US" sz="1300">
                <a:latin typeface="Times New Roman" panose="02020603050405020304" pitchFamily="18" charset="0"/>
              </a:rPr>
              <a:pPr/>
              <a:t>28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3CAAE9E5-5F62-6EC7-0033-3CC77F6FD0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5A62AA8-B10E-8773-AE3F-326202125E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6607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315B059B-CC55-C9D5-268E-B4F2103AE1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25D06AF-7858-4016-BCBD-AB866B51368C}" type="slidenum">
              <a:rPr lang="en-US" altLang="en-US" sz="1300">
                <a:latin typeface="Times New Roman" panose="02020603050405020304" pitchFamily="18" charset="0"/>
              </a:rPr>
              <a:pPr/>
              <a:t>29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3CAAE9E5-5F62-6EC7-0033-3CC77F6FD0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5A62AA8-B10E-8773-AE3F-326202125E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87385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315B059B-CC55-C9D5-268E-B4F2103AE1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25D06AF-7858-4016-BCBD-AB866B51368C}" type="slidenum">
              <a:rPr lang="en-US" altLang="en-US" sz="1300">
                <a:latin typeface="Times New Roman" panose="02020603050405020304" pitchFamily="18" charset="0"/>
              </a:rPr>
              <a:pPr/>
              <a:t>30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3CAAE9E5-5F62-6EC7-0033-3CC77F6FD0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5A62AA8-B10E-8773-AE3F-326202125E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010764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315B059B-CC55-C9D5-268E-B4F2103AE1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25D06AF-7858-4016-BCBD-AB866B51368C}" type="slidenum">
              <a:rPr lang="en-US" altLang="en-US" sz="1300">
                <a:latin typeface="Times New Roman" panose="02020603050405020304" pitchFamily="18" charset="0"/>
              </a:rPr>
              <a:pPr/>
              <a:t>31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3CAAE9E5-5F62-6EC7-0033-3CC77F6FD0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5A62AA8-B10E-8773-AE3F-326202125E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140492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Rectangle 7">
            <a:extLst>
              <a:ext uri="{FF2B5EF4-FFF2-40B4-BE49-F238E27FC236}">
                <a16:creationId xmlns:a16="http://schemas.microsoft.com/office/drawing/2014/main" id="{91C91948-2BA4-4213-800E-13C96F0C5F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D61B409-5734-4D1E-83C4-CEFA295F4F55}" type="slidenum">
              <a:rPr lang="en-US" altLang="en-US" sz="1300">
                <a:latin typeface="Times New Roman" panose="02020603050405020304" pitchFamily="18" charset="0"/>
              </a:rPr>
              <a:pPr/>
              <a:t>32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53602" name="Rectangle 2">
            <a:extLst>
              <a:ext uri="{FF2B5EF4-FFF2-40B4-BE49-F238E27FC236}">
                <a16:creationId xmlns:a16="http://schemas.microsoft.com/office/drawing/2014/main" id="{D986EA44-A8EA-9921-C487-C82EA9EF9C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BB65FF3D-9723-555F-6A83-E8C1ADBED7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4B8513B-D9E1-C61B-42FA-AF6152EDBDC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FA9BB9F-E727-F160-6748-8C95E990D5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B4B8AF2E-C4C5-44F1-AA78-6BFFEE6468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5123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5AF974B-4B19-DF5E-514D-11BB57CD2B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C6FAFA-AFED-4CDB-92A7-9A0A5EAC49EB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738E4A-D3CC-ED7E-774F-38C63D4506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F7ED7B-CD01-5FB8-B6C5-A8D77F84CC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D32E6724-BA85-45C3-9458-14A3E45635A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7075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FF865D3-3045-D817-30D2-6F38475B33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E3F91F-4AD8-414B-AF3D-28B7958AE5C8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A49312-D574-BC8D-0C38-AAC03176BB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A23B08F-2B13-88E9-A1D5-EBB6327A44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499C5BD3-250B-4D7A-A991-B0912CC9129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196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B75B25-EF2E-E100-D78D-CFCA768531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5C86C1-EBF5-4770-B1D3-25D6359A0A1A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3651FB-8D83-8052-F150-9E7CFEB5C1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460150-8455-4785-F6FE-347E4ADD94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884036AC-F050-4433-843A-9A229DE5C6F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0648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9938845-0AD6-FC72-6F3E-E7B57D7051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2BD0F3-0D31-4E8C-976D-550588E9D500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776BD4A-78D8-2469-5BF9-56ECDDA4A6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0C938A9-6513-07F7-40CE-441DCD98EA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A1B92E9A-5922-43BE-9066-812141BB7E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7426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716BFA9-4E37-118D-70F0-910FAE808D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D4197D-04D8-481B-BB69-DB15AF0832E2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43DB611-2D9B-7374-C47A-B9DCCA5AE3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1C79249-5DE0-05B1-0184-6329A1265E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91D6631F-771F-45FA-8CAD-02570BBB96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3366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C3D244-EC63-4E0E-6CD0-D49ADDBF9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67D5DF2-31D3-4A61-A55D-E7327D7BAE88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2DDDEC-E1C9-A0AF-C5DC-09AEF3D62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DCEAF-61B3-BF87-0668-7D4E6A9D0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1-</a:t>
            </a:r>
            <a:fld id="{64F3102F-F926-44F4-B355-EFF3FEC3CF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58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EA677-0FC9-34F3-0C58-B5906A4F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84B8B0-CAA0-417E-8DBF-BF6164973F61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7E40E-09DA-7C8A-05B3-BACBFF1CF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E5ACD-0B65-D3A6-E44E-2FE88748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1-</a:t>
            </a:r>
            <a:fld id="{C69BD76A-E102-4A87-B982-65A758020B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0869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714F44-F4E0-504B-1B51-408205C490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B8A025-0D91-4077-8EC7-B2BA61CC319C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572D22-3264-0127-4BD9-06212089E0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4A82CC-6369-F3DC-937B-17592002BD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2796AC95-D7DD-4A7A-B069-C2B8A9E7B6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9606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00DAB-F499-5FA4-491B-D33429F2A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5EE385D-ABA2-41E5-8E7C-AEF247CD39E8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35F61-ED73-6625-97FC-B8C07F516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F6FC3-F239-1628-33B4-58412B888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1-</a:t>
            </a:r>
            <a:fld id="{612D60CC-9F46-4911-8B31-1FE840A5B4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6862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30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30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1BC64-A3B3-B93E-CC05-60562C2D3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CC1488A-E789-466A-B7C3-CDA9581D485C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B39C3-05C8-56E4-9028-77552A806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71026-4FF9-663E-7463-66165BD22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1-</a:t>
            </a:r>
            <a:fld id="{5A80A553-3654-4E8E-B352-26318F40A3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9169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495800" y="16113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495800" y="40116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CF0781C-309F-8C7D-283E-6EA2C7F67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D76818F-2944-49DC-9DE3-7DEEDA796D88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3C4AC71-39DF-B051-91DF-BE3050400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79B0F1F-069D-2158-32F7-54FBD87D9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</a:t>
            </a:r>
            <a:fld id="{1CFBCCD1-085F-4CA8-9095-F4EEF35DC4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5025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3E9C0CE-BCB8-155C-38AA-D7D8A5CC7A5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E3AD073-5C2C-F1B2-63AD-49194EC754E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1D0E612F-BBE6-4389-9925-B20C78D44B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2231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EDA3423-DF77-6267-9BF8-06EA49C9A8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BD96CE-B59C-4E2F-A321-DBF0E89C2FC9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5480FE6-7302-EAD9-14E8-C53B8BC1BA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450C66D-25B7-E78A-B138-F01D00E907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F7EC705E-9196-4668-BBD4-E98E041DFF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5617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B3399FB-DAAD-11F3-620B-FE9E212C99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8DB3C0-46C0-4986-A3E0-BDB099EBA4F9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D50944-F70B-A9C7-F031-89D55E5AAB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9CACC4B-5BA4-E51B-93B4-2756CCE34C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1DE45A24-C6A1-4788-BE0A-977197914D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90935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4EE081-32F1-2CC6-D1D6-C15B1D1B7C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12D745-86AB-467F-A9E6-5E87CE715706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3EF0B0-3BFC-68D3-2417-BD0540F79D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4C5CB6-9323-EEB7-8D83-38F29D4C96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D9485DFB-AA81-4593-92AE-0C3150281A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9433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71D03D7-A8E6-86FF-51B9-A552313ACB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84652A-E5DC-45C2-9B82-EFC90323D018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7F7C498-A31F-B017-FF1A-17C2C6C0D5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214D87C-FB1B-FD58-D389-D7AC745307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1B00FD2D-FB3C-47E2-A180-A4987E8A1C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87179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AF65BE9-7412-4075-75C6-DA274C5C5C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2F240F-F97A-4BE3-A39D-195A95EA4771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57428FD-8C06-7E5F-8675-2A8E102E9A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10E0403-B98F-56AA-B590-D2E2527E51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8401FD07-B388-4DCC-AD7F-48ACB2B56B0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09114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85547E-3EFB-5F60-47D7-EB3AB1948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549BA4A-E023-4ACC-B8D0-7759E01E94E3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5FF4CF-F899-5DF9-EF05-2F4D3710E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1C8E0-489F-9F2D-634F-25B24EC3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1-</a:t>
            </a:r>
            <a:fld id="{57660867-1417-41CC-BA6D-72BF1A1CF8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87606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24DC9-5092-F090-F6AA-22B12A5AD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23AED75-8D76-4CF8-B8F4-1F2080AD7688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0EBDD-4C59-1215-3351-9EF54178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545B6-531E-F34A-0EE4-A01E5936E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1-</a:t>
            </a:r>
            <a:fld id="{277388B7-DAAD-453B-B8FB-E474EB7DF1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88194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44A278-BC70-D98A-0517-216373FAA3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944B5E-9AA3-4159-BB7D-A44BB647050C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1FC5DA-671A-0F20-01F6-A098D5F6A2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BFDC10-4B79-AD0F-9252-1CA4B5B404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12311A6F-E571-4B5B-8432-83EF78682E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5078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6CE07-1E11-AB55-BA9C-035DD6231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6EB8617-AC29-443F-A9C3-870A0EC7A262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B627C-525E-B756-5CE4-AD5E79597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E2EA6-8C3F-DC92-2CDA-CC3196AA9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1-</a:t>
            </a:r>
            <a:fld id="{487C8F66-87DA-4572-AAE8-4461F43879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05199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30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30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1A68C-690B-684A-B5D1-67C481939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680FFA-D808-436F-A7A2-3720848191C8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0C741-7FF3-42DD-4180-E2A99765F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68A4D-598A-DB36-507A-1D32E978B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1-</a:t>
            </a:r>
            <a:fld id="{B0837893-A59E-48FE-A24B-AA5A0BB069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95571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495800" y="16113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495800" y="4011613"/>
            <a:ext cx="38100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5EBBB61-740A-3709-748C-E189FB794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874710-FB35-4D48-A1AB-17A0FE284F20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4658837-E8A1-B701-D461-D4B4F4082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7B9F57-EF50-B1E2-F1A1-8978173CA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</a:t>
            </a:r>
            <a:fld id="{29FB8015-42F3-481F-ADA5-4951D415E3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0360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735FD35-8A72-0113-20A8-72ECC48151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DA80611-6D62-3D9E-8D49-E5A5CD6DFB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7FF6B59-0155-53D6-A082-4CBCE4F5EEB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fld id="{5EB3D231-F487-4FC0-9920-D8D6B99FD5C8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195589" name="Rectangle 5">
            <a:extLst>
              <a:ext uri="{FF2B5EF4-FFF2-40B4-BE49-F238E27FC236}">
                <a16:creationId xmlns:a16="http://schemas.microsoft.com/office/drawing/2014/main" id="{5913C043-574D-780C-D62A-26812BFB85C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195590" name="Rectangle 6">
            <a:extLst>
              <a:ext uri="{FF2B5EF4-FFF2-40B4-BE49-F238E27FC236}">
                <a16:creationId xmlns:a16="http://schemas.microsoft.com/office/drawing/2014/main" id="{2960D47E-3269-A7AD-CA1B-713CA192DBF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anose="020B0604030504040204" pitchFamily="34" charset="0"/>
              </a:defRPr>
            </a:lvl1pPr>
          </a:lstStyle>
          <a:p>
            <a:r>
              <a:rPr lang="en-US" altLang="en-US"/>
              <a:t>2-</a:t>
            </a:r>
            <a:fld id="{1AD8050D-780E-4F92-ADF9-D2DEDE2E52D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5" r:id="rId1"/>
    <p:sldLayoutId id="2147484069" r:id="rId2"/>
    <p:sldLayoutId id="2147484070" r:id="rId3"/>
    <p:sldLayoutId id="2147484071" r:id="rId4"/>
    <p:sldLayoutId id="2147484072" r:id="rId5"/>
    <p:sldLayoutId id="2147484073" r:id="rId6"/>
    <p:sldLayoutId id="2147484076" r:id="rId7"/>
    <p:sldLayoutId id="2147484077" r:id="rId8"/>
    <p:sldLayoutId id="2147484074" r:id="rId9"/>
    <p:sldLayoutId id="2147484078" r:id="rId10"/>
    <p:sldLayoutId id="2147484079" r:id="rId11"/>
    <p:sldLayoutId id="2147484080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MS PGothic" panose="020B0600070205080204" pitchFamily="34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0"/>
        </a:buClr>
        <a:buSzPct val="100000"/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0"/>
        </a:buClr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0090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Comic Sans MS" pitchFamily="66" charset="0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0090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90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A53953F-1C2B-10FB-6E3D-F02A0B6D2A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1F702FD-8256-9B99-275E-FA6673B042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562179B-C238-BDE9-2AFB-A521F75B3B5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fld id="{7D8C2FEE-A951-4E7D-B317-73863A9626F8}" type="datetime1">
              <a:rPr lang="en-US" altLang="en-US"/>
              <a:pPr/>
              <a:t>2/24/2026</a:t>
            </a:fld>
            <a:endParaRPr lang="en-US" altLang="en-US"/>
          </a:p>
        </p:txBody>
      </p:sp>
      <p:sp>
        <p:nvSpPr>
          <p:cNvPr id="195589" name="Rectangle 5">
            <a:extLst>
              <a:ext uri="{FF2B5EF4-FFF2-40B4-BE49-F238E27FC236}">
                <a16:creationId xmlns:a16="http://schemas.microsoft.com/office/drawing/2014/main" id="{6B66F85A-6FBF-5634-2CB3-10F25C13DCB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195590" name="Rectangle 6">
            <a:extLst>
              <a:ext uri="{FF2B5EF4-FFF2-40B4-BE49-F238E27FC236}">
                <a16:creationId xmlns:a16="http://schemas.microsoft.com/office/drawing/2014/main" id="{3DAC8EF0-2803-DD8F-90B8-432C2359204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anose="020B0604030504040204" pitchFamily="34" charset="0"/>
              </a:defRPr>
            </a:lvl1pPr>
          </a:lstStyle>
          <a:p>
            <a:r>
              <a:rPr lang="en-US" altLang="en-US"/>
              <a:t>2-</a:t>
            </a:r>
            <a:fld id="{E77BC2B9-EF20-4AFE-A353-CF0BCA5C308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468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2" r:id="rId1"/>
    <p:sldLayoutId id="2147484083" r:id="rId2"/>
    <p:sldLayoutId id="2147484084" r:id="rId3"/>
    <p:sldLayoutId id="2147484085" r:id="rId4"/>
    <p:sldLayoutId id="2147484086" r:id="rId5"/>
    <p:sldLayoutId id="2147484087" r:id="rId6"/>
    <p:sldLayoutId id="2147484088" r:id="rId7"/>
    <p:sldLayoutId id="2147484089" r:id="rId8"/>
    <p:sldLayoutId id="2147484090" r:id="rId9"/>
    <p:sldLayoutId id="2147484091" r:id="rId10"/>
    <p:sldLayoutId id="2147484092" r:id="rId11"/>
    <p:sldLayoutId id="2147484093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MS PGothic" panose="020B0600070205080204" pitchFamily="34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0"/>
        </a:buClr>
        <a:buSzPct val="100000"/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0"/>
        </a:buClr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0090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Comic Sans MS" pitchFamily="66" charset="0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0090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90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5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jp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>
            <a:extLst>
              <a:ext uri="{FF2B5EF4-FFF2-40B4-BE49-F238E27FC236}">
                <a16:creationId xmlns:a16="http://schemas.microsoft.com/office/drawing/2014/main" id="{2BBD1321-41D0-E047-0FB4-48C7F1F58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Arial"/>
              </a:rPr>
              <a:t>1-</a:t>
            </a:r>
            <a:fld id="{B0695B4E-8EBB-4FE6-9404-3E11182997E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Arial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Arial"/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8F616C4-F5CE-42FE-DBDF-0957C5C85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28" y="1619713"/>
            <a:ext cx="81788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7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panose="020B0502020104020203" pitchFamily="34" charset="0"/>
                <a:ea typeface="MS PGothic" panose="020B0600070205080204" pitchFamily="34" charset="-128"/>
                <a:cs typeface="Arial"/>
              </a:rPr>
              <a:t>DATA NETWORKS</a:t>
            </a:r>
          </a:p>
        </p:txBody>
      </p:sp>
      <p:pic>
        <p:nvPicPr>
          <p:cNvPr id="7" name="Picture 6" descr="A blue surface with a white stripe&#10;&#10;Description automatically generated with medium confidence">
            <a:extLst>
              <a:ext uri="{FF2B5EF4-FFF2-40B4-BE49-F238E27FC236}">
                <a16:creationId xmlns:a16="http://schemas.microsoft.com/office/drawing/2014/main" id="{A79A2D5D-B443-3678-0FD6-97B174D01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0"/>
            <a:ext cx="9144000" cy="1313156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ACA4BE85-38D7-AC33-5A96-844837229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8068" y="309067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panose="020B0502020104020203" pitchFamily="34" charset="0"/>
                <a:ea typeface="MS PGothic" panose="020B0600070205080204" pitchFamily="34" charset="-128"/>
                <a:cs typeface="Arial"/>
              </a:rPr>
              <a:t>LESSON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>
            <a:extLst>
              <a:ext uri="{FF2B5EF4-FFF2-40B4-BE49-F238E27FC236}">
                <a16:creationId xmlns:a16="http://schemas.microsoft.com/office/drawing/2014/main" id="{2BBD1321-41D0-E047-0FB4-48C7F1F58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Arial"/>
              </a:rPr>
              <a:t>1-</a:t>
            </a:r>
            <a:fld id="{B0695B4E-8EBB-4FE6-9404-3E11182997E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Arial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Arial"/>
            </a:endParaRPr>
          </a:p>
        </p:txBody>
      </p:sp>
      <p:sp>
        <p:nvSpPr>
          <p:cNvPr id="16389" name="Text Box 6">
            <a:extLst>
              <a:ext uri="{FF2B5EF4-FFF2-40B4-BE49-F238E27FC236}">
                <a16:creationId xmlns:a16="http://schemas.microsoft.com/office/drawing/2014/main" id="{4261D3CF-16C1-8388-DF28-88253863C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59" y="2120882"/>
            <a:ext cx="7437120" cy="3485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Calibri" panose="020F0502020204030204" pitchFamily="34" charset="0"/>
                <a:cs typeface="Times New Roman" panose="02020603050405020304" pitchFamily="18" charset="0"/>
              </a:rPr>
              <a:t>Learning outcomes: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Calibri" panose="020F0502020204030204" pitchFamily="34" charset="0"/>
                <a:cs typeface="Times New Roman" panose="02020603050405020304" pitchFamily="18" charset="0"/>
              </a:rPr>
              <a:t>Understand the concept of computer networks. </a:t>
            </a:r>
            <a:endParaRPr kumimoji="0" lang="en-ZA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Calibri" panose="020F0502020204030204" pitchFamily="34" charset="0"/>
                <a:cs typeface="Times New Roman" panose="02020603050405020304" pitchFamily="18" charset="0"/>
              </a:rPr>
              <a:t>Identify and explain the roles of the basic components of computer networks.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Gill Sans MT"/>
                <a:ea typeface="Calibri" panose="020F0502020204030204" pitchFamily="34" charset="0"/>
                <a:cs typeface="Times New Roman" panose="02020603050405020304" pitchFamily="18" charset="0"/>
              </a:rPr>
              <a:t>Types of network topologies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7A286FD-EB59-B2A5-A826-946ECBE0E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72" y="531813"/>
            <a:ext cx="8699691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panose="020B0502020104020203" pitchFamily="34" charset="0"/>
                <a:ea typeface="MS PGothic" panose="020B0600070205080204" pitchFamily="34" charset="-128"/>
                <a:cs typeface="Arial"/>
              </a:rPr>
              <a:t>Introduction to Computer Networks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0B872C5-2A0B-F32A-84DB-E37276F4E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59" y="5315104"/>
            <a:ext cx="7437120" cy="1011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Computer Networking: A Top-Down Approach. 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7</a:t>
            </a:r>
            <a:r>
              <a:rPr kumimoji="0" lang="en-US" alt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th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/>
              </a:rPr>
              <a:t> edition. Jim Kurose, Keith Ross – Pearson (2017).</a:t>
            </a:r>
          </a:p>
        </p:txBody>
      </p:sp>
      <p:pic>
        <p:nvPicPr>
          <p:cNvPr id="8" name="Picture 9" descr="underline_base">
            <a:extLst>
              <a:ext uri="{FF2B5EF4-FFF2-40B4-BE49-F238E27FC236}">
                <a16:creationId xmlns:a16="http://schemas.microsoft.com/office/drawing/2014/main" id="{8616C8C0-3C23-8B88-8848-28D23B5FB7E5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74637" y="1248560"/>
            <a:ext cx="7269734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0189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14D202E7-E5C8-B1E2-9CCD-8AA052E7363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169863"/>
            <a:ext cx="8382000" cy="84613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Basics of Computer Networks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F9B70BCE-678A-EA95-96AD-A073EA9588F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75444" y="1685831"/>
            <a:ext cx="8240712" cy="5070569"/>
          </a:xfrm>
        </p:spPr>
        <p:txBody>
          <a:bodyPr/>
          <a:lstStyle/>
          <a:p>
            <a:pPr indent="-28575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1" kern="1200" dirty="0">
                <a:solidFill>
                  <a:schemeClr val="tx2"/>
                </a:solidFill>
              </a:rPr>
              <a:t>Computer Networking </a:t>
            </a:r>
            <a:r>
              <a:rPr lang="en-GB" sz="2000" dirty="0">
                <a:solidFill>
                  <a:schemeClr val="tx2"/>
                </a:solidFill>
                <a:latin typeface="+mj-lt"/>
              </a:rPr>
              <a:t>is the practice of connecting computers and other computing devices to enable communication and data exchange.</a:t>
            </a:r>
          </a:p>
          <a:p>
            <a:pPr indent="-28575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1" kern="1200" dirty="0">
                <a:solidFill>
                  <a:schemeClr val="tx2"/>
                </a:solidFill>
              </a:rPr>
              <a:t>Computer Network </a:t>
            </a:r>
            <a:r>
              <a:rPr lang="en-GB" sz="2000" b="1" dirty="0">
                <a:solidFill>
                  <a:schemeClr val="tx2"/>
                </a:solidFill>
                <a:latin typeface="+mj-lt"/>
              </a:rPr>
              <a:t> </a:t>
            </a:r>
            <a:r>
              <a:rPr lang="en-GB" sz="2000" dirty="0">
                <a:solidFill>
                  <a:schemeClr val="tx2"/>
                </a:solidFill>
                <a:latin typeface="+mj-lt"/>
              </a:rPr>
              <a:t>connection of 2 or more computing devices that exchange data. 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2"/>
                </a:solidFill>
              </a:rPr>
              <a:t>Networks  ranges from small  local setups  to huge, global networks e.g. the internet).</a:t>
            </a:r>
            <a:endParaRPr lang="en-GB" sz="2000" dirty="0">
              <a:solidFill>
                <a:schemeClr val="tx2"/>
              </a:solidFill>
              <a:latin typeface="+mj-lt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1" kern="1200" dirty="0">
                <a:solidFill>
                  <a:schemeClr val="tx2"/>
                </a:solidFill>
                <a:ea typeface="MS PGothic" panose="020B0600070205080204" pitchFamily="34" charset="-128"/>
              </a:rPr>
              <a:t>Data</a:t>
            </a:r>
            <a:r>
              <a:rPr lang="en-GB" sz="2000" kern="1200" dirty="0">
                <a:solidFill>
                  <a:schemeClr val="tx2"/>
                </a:solidFill>
                <a:ea typeface="MS PGothic" panose="020B0600070205080204" pitchFamily="34" charset="-128"/>
              </a:rPr>
              <a:t> </a:t>
            </a:r>
            <a:r>
              <a:rPr lang="en-GB" sz="2000" dirty="0">
                <a:solidFill>
                  <a:schemeClr val="tx2"/>
                </a:solidFill>
              </a:rPr>
              <a:t>is information that is stored in digital form and transmitted between the sender and receiver over the network, e.g. text, files, music, video, image etc.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b="1" kern="1200" dirty="0">
                <a:solidFill>
                  <a:schemeClr val="tx2"/>
                </a:solidFill>
                <a:ea typeface="MS PGothic" panose="020B0600070205080204" pitchFamily="34" charset="-128"/>
              </a:rPr>
              <a:t>Data Transmission </a:t>
            </a:r>
            <a:r>
              <a:rPr lang="en-GB" sz="2000" dirty="0">
                <a:solidFill>
                  <a:schemeClr val="tx2"/>
                </a:solidFill>
              </a:rPr>
              <a:t>is the transfer/movement  of data between two or more devices over the network</a:t>
            </a:r>
            <a:r>
              <a:rPr lang="en-GB" sz="2000" dirty="0"/>
              <a:t>.</a:t>
            </a:r>
          </a:p>
          <a:p>
            <a:pPr marL="57150" indent="0" eaLnBrk="1" hangingPunct="1">
              <a:buNone/>
            </a:pPr>
            <a:endParaRPr lang="en-GB" sz="1800" dirty="0">
              <a:solidFill>
                <a:srgbClr val="273239"/>
              </a:solidFill>
              <a:latin typeface="+mj-lt"/>
            </a:endParaRPr>
          </a:p>
          <a:p>
            <a:pPr algn="just" fontAlgn="base"/>
            <a:endParaRPr lang="en-GB" sz="18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57150" indent="0" eaLnBrk="1" hangingPunct="1">
              <a:buNone/>
            </a:pPr>
            <a:endParaRPr lang="en-GB" sz="1800" b="0" i="0" dirty="0">
              <a:solidFill>
                <a:srgbClr val="273239"/>
              </a:solidFill>
              <a:effectLst/>
              <a:latin typeface="+mj-lt"/>
            </a:endParaRPr>
          </a:p>
        </p:txBody>
      </p:sp>
      <p:pic>
        <p:nvPicPr>
          <p:cNvPr id="27651" name="Picture 645" descr="underline_base">
            <a:extLst>
              <a:ext uri="{FF2B5EF4-FFF2-40B4-BE49-F238E27FC236}">
                <a16:creationId xmlns:a16="http://schemas.microsoft.com/office/drawing/2014/main" id="{179FBB4A-857E-E8D1-CB2E-33E29FFA545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8" y="804863"/>
            <a:ext cx="6548437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Footer Placeholder 2">
            <a:extLst>
              <a:ext uri="{FF2B5EF4-FFF2-40B4-BE49-F238E27FC236}">
                <a16:creationId xmlns:a16="http://schemas.microsoft.com/office/drawing/2014/main" id="{BF0F5780-F1C3-E6A6-8A20-73757EA07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73938" y="6467475"/>
            <a:ext cx="1098550" cy="288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27653" name="Slide Number Placeholder 3">
            <a:extLst>
              <a:ext uri="{FF2B5EF4-FFF2-40B4-BE49-F238E27FC236}">
                <a16:creationId xmlns:a16="http://schemas.microsoft.com/office/drawing/2014/main" id="{D24A3819-8FC4-F114-A927-B5AD7985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9C04FB30-6344-43DB-81FB-2803BED3FABF}" type="slidenum">
              <a:rPr lang="en-US" altLang="en-US" sz="1200">
                <a:latin typeface="Tahoma" panose="020B0604030504040204" pitchFamily="34" charset="0"/>
              </a:rPr>
              <a:pPr/>
              <a:t>3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0372329-5A1D-576A-A30C-E33A8A68C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501" y="891381"/>
            <a:ext cx="8839200" cy="84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GB" sz="2000" kern="1200" dirty="0">
                <a:solidFill>
                  <a:schemeClr val="accent6">
                    <a:lumMod val="75000"/>
                  </a:schemeClr>
                </a:solidFill>
              </a:rPr>
              <a:t>Terminologies / definitions: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14D202E7-E5C8-B1E2-9CCD-8AA052E7363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-92280"/>
            <a:ext cx="8382000" cy="84613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Basics of Computer Networks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F9B70BCE-678A-EA95-96AD-A073EA9588F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11931" y="1103102"/>
            <a:ext cx="8720138" cy="6187215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600" b="1" i="0" dirty="0">
                <a:effectLst/>
              </a:rPr>
              <a:t>Topology</a:t>
            </a:r>
            <a:r>
              <a:rPr lang="en-GB" sz="1600" b="1" dirty="0"/>
              <a:t>: </a:t>
            </a:r>
            <a:r>
              <a:rPr lang="en-GB" sz="1600" i="0" dirty="0">
                <a:effectLst/>
              </a:rPr>
              <a:t>is </a:t>
            </a:r>
            <a:r>
              <a:rPr lang="en-GB" sz="1600" b="0" i="0" dirty="0">
                <a:effectLst/>
              </a:rPr>
              <a:t>the physical and/or logical layout of devices on a network.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600" dirty="0"/>
              <a:t>Topologies defines how the devices are connected to each other, how the data flow within the network, devices communication. </a:t>
            </a:r>
            <a:endParaRPr lang="en-GB" sz="1600" b="0" i="0" dirty="0">
              <a:effectLst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600" b="1" i="0" dirty="0">
                <a:effectLst/>
              </a:rPr>
              <a:t>Internet Protocol(IP) Address </a:t>
            </a:r>
            <a:r>
              <a:rPr lang="en-GB" sz="1600" i="0" dirty="0">
                <a:effectLst/>
              </a:rPr>
              <a:t>is a unique </a:t>
            </a:r>
            <a:r>
              <a:rPr lang="en-GB" sz="1600" b="0" i="0" dirty="0">
                <a:effectLst/>
              </a:rPr>
              <a:t>identifier that is assigned to every device to identify it on a network and enable </a:t>
            </a:r>
            <a:r>
              <a:rPr lang="en-GB" sz="1600" b="1" i="0" dirty="0">
                <a:effectLst/>
              </a:rPr>
              <a:t>communication over the internet. </a:t>
            </a:r>
            <a:r>
              <a:rPr lang="en-GB" sz="1600" b="1" dirty="0" err="1"/>
              <a:t>e.g</a:t>
            </a:r>
            <a:r>
              <a:rPr lang="en-GB" sz="1600" b="1" dirty="0"/>
              <a:t> 192.168.50.81</a:t>
            </a:r>
            <a:endParaRPr lang="en-GB" sz="1600" b="1" i="0" dirty="0">
              <a:effectLst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600" b="1" dirty="0"/>
              <a:t>Media Access Control(MAC) address</a:t>
            </a:r>
            <a:r>
              <a:rPr lang="en-GB" sz="1600" dirty="0"/>
              <a:t>: </a:t>
            </a:r>
            <a:r>
              <a:rPr lang="en-US" sz="1600" dirty="0"/>
              <a:t>is a unique device identifier assigned to network interface card of each device for communication on a local network.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600" dirty="0"/>
              <a:t>MAC address are  primarily used for </a:t>
            </a:r>
            <a:r>
              <a:rPr lang="en-US" sz="1600" b="1" dirty="0"/>
              <a:t>local communication </a:t>
            </a:r>
            <a:r>
              <a:rPr lang="en-US" sz="1600" dirty="0"/>
              <a:t>within a network.</a:t>
            </a:r>
            <a:endParaRPr lang="en-GB" sz="1600" b="0" i="0" dirty="0">
              <a:effectLst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600" b="1" kern="1200" dirty="0">
                <a:ea typeface="MS PGothic" panose="020B0600070205080204" pitchFamily="34" charset="-128"/>
              </a:rPr>
              <a:t>Host </a:t>
            </a:r>
            <a:r>
              <a:rPr lang="en-GB" sz="1600" dirty="0"/>
              <a:t>is any device that is connected to a network and runs processes that initiate data communication with other devices. Also referred to as </a:t>
            </a:r>
            <a:r>
              <a:rPr lang="en-GB" sz="1600" b="1" dirty="0"/>
              <a:t>End devices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600" b="1" i="1" dirty="0">
                <a:latin typeface="Gill Sans MT" panose="020B0502020104020203" pitchFamily="34" charset="0"/>
              </a:rPr>
              <a:t>Bandwidth</a:t>
            </a:r>
            <a:r>
              <a:rPr lang="en-GB" altLang="en-US" sz="1600" b="1" i="1" dirty="0">
                <a:latin typeface="Gill Sans MT" panose="020B0502020104020203" pitchFamily="34" charset="0"/>
              </a:rPr>
              <a:t>: </a:t>
            </a:r>
            <a:r>
              <a:rPr lang="en-US" altLang="en-US" sz="1600" i="1" dirty="0">
                <a:latin typeface="Gill Sans MT" panose="020B0502020104020203" pitchFamily="34" charset="0"/>
              </a:rPr>
              <a:t>The </a:t>
            </a:r>
            <a:r>
              <a:rPr lang="en-US" sz="1600" dirty="0"/>
              <a:t>maximum amount of data that can be transmitted over a communication link  in a given amount of time (Speed of the network). (bps), (kbps),(Mbps), (Gbps). 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          </a:t>
            </a:r>
            <a:r>
              <a:rPr lang="en-US" sz="1600" dirty="0" err="1"/>
              <a:t>e.g</a:t>
            </a:r>
            <a:r>
              <a:rPr lang="en-US" sz="1600" dirty="0"/>
              <a:t> If bandwidth is </a:t>
            </a:r>
            <a:r>
              <a:rPr lang="en-US" sz="1600" b="1" dirty="0"/>
              <a:t>20 Mbps (Megabits per second)</a:t>
            </a:r>
            <a:r>
              <a:rPr lang="en-US" sz="1600" dirty="0"/>
              <a:t>, it means the connection can transmit </a:t>
            </a:r>
            <a:r>
              <a:rPr lang="en-US" sz="1600" b="1" dirty="0"/>
              <a:t>up            to 20 million bits per second</a:t>
            </a:r>
            <a:r>
              <a:rPr lang="en-US" sz="1600" dirty="0"/>
              <a:t>.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latin typeface="+mj-lt"/>
            </a:endParaRPr>
          </a:p>
          <a:p>
            <a:pPr marL="457200" lvl="1" indent="0" eaLnBrk="1" hangingPunct="1">
              <a:lnSpc>
                <a:spcPct val="150000"/>
              </a:lnSpc>
              <a:buNone/>
            </a:pPr>
            <a:endParaRPr lang="en-GB" sz="1600" dirty="0">
              <a:latin typeface="+mj-lt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endParaRPr lang="en-GB" sz="1600" b="0" i="0" dirty="0">
              <a:effectLst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endParaRPr lang="en-GB" sz="1600" dirty="0">
              <a:latin typeface="+mj-lt"/>
            </a:endParaRPr>
          </a:p>
          <a:p>
            <a:pPr marL="457200" lvl="1" indent="0" eaLnBrk="1" hangingPunct="1">
              <a:lnSpc>
                <a:spcPct val="150000"/>
              </a:lnSpc>
              <a:buNone/>
            </a:pPr>
            <a:endParaRPr lang="en-GB" sz="1600" dirty="0">
              <a:latin typeface="+mj-lt"/>
            </a:endParaRPr>
          </a:p>
          <a:p>
            <a:pPr marL="457200" lvl="1" indent="0" eaLnBrk="1" hangingPunct="1">
              <a:lnSpc>
                <a:spcPct val="150000"/>
              </a:lnSpc>
              <a:buNone/>
            </a:pPr>
            <a:endParaRPr lang="en-GB" sz="1800" dirty="0">
              <a:latin typeface="+mj-lt"/>
            </a:endParaRPr>
          </a:p>
          <a:p>
            <a:pPr marL="57150" indent="0" eaLnBrk="1" hangingPunct="1">
              <a:buNone/>
            </a:pPr>
            <a:endParaRPr lang="en-GB" sz="1800" dirty="0">
              <a:solidFill>
                <a:srgbClr val="273239"/>
              </a:solidFill>
              <a:latin typeface="+mj-lt"/>
            </a:endParaRPr>
          </a:p>
          <a:p>
            <a:pPr algn="just" fontAlgn="base"/>
            <a:endParaRPr lang="en-GB" sz="18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57150" indent="0" eaLnBrk="1" hangingPunct="1">
              <a:buNone/>
            </a:pPr>
            <a:endParaRPr lang="en-GB" sz="1800" b="0" i="0" dirty="0">
              <a:solidFill>
                <a:srgbClr val="273239"/>
              </a:solidFill>
              <a:effectLst/>
              <a:latin typeface="+mj-lt"/>
            </a:endParaRPr>
          </a:p>
        </p:txBody>
      </p:sp>
      <p:pic>
        <p:nvPicPr>
          <p:cNvPr id="27651" name="Picture 645" descr="underline_base">
            <a:extLst>
              <a:ext uri="{FF2B5EF4-FFF2-40B4-BE49-F238E27FC236}">
                <a16:creationId xmlns:a16="http://schemas.microsoft.com/office/drawing/2014/main" id="{179FBB4A-857E-E8D1-CB2E-33E29FFA545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32" y="497748"/>
            <a:ext cx="6548437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C0372329-5A1D-576A-A30C-E33A8A68C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968" y="405895"/>
            <a:ext cx="8839200" cy="84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lang="en-GB" sz="2000" kern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8E0DC9-8791-4003-70F6-917C10EDF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05924"/>
            <a:ext cx="8839200" cy="84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GB" sz="2000" kern="1200" dirty="0">
                <a:solidFill>
                  <a:schemeClr val="accent6">
                    <a:lumMod val="75000"/>
                  </a:schemeClr>
                </a:solidFill>
              </a:rPr>
              <a:t>Terminologies / definitions: </a:t>
            </a:r>
          </a:p>
        </p:txBody>
      </p:sp>
    </p:spTree>
    <p:extLst>
      <p:ext uri="{BB962C8B-B14F-4D97-AF65-F5344CB8AC3E}">
        <p14:creationId xmlns:p14="http://schemas.microsoft.com/office/powerpoint/2010/main" val="3956571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6145AC-7B29-CB4C-4CC7-CA160D7E4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4C0F07-3EF5-0269-77E2-2610BA103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1-</a:t>
            </a:r>
            <a:fld id="{64F3102F-F926-44F4-B355-EFF3FEC3CFA8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F1DBF1-D67B-1D33-B311-FD2CA7EDC84D}"/>
              </a:ext>
            </a:extLst>
          </p:cNvPr>
          <p:cNvSpPr txBox="1"/>
          <p:nvPr/>
        </p:nvSpPr>
        <p:spPr>
          <a:xfrm>
            <a:off x="564918" y="950438"/>
            <a:ext cx="8249055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+mj-lt"/>
              </a:rPr>
              <a:t>Why Networking ?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Resource Sharing</a:t>
            </a:r>
            <a:r>
              <a:rPr lang="en-US" sz="1800" dirty="0"/>
              <a:t>: Share hardware (printers, scanners), software, and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Communication</a:t>
            </a:r>
            <a:r>
              <a:rPr lang="en-US" sz="1800" dirty="0"/>
              <a:t>: Enables communication via email, video conferencing, and instant messaging.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Data Exchange</a:t>
            </a:r>
            <a:r>
              <a:rPr lang="en-US" sz="1800" dirty="0"/>
              <a:t>: Facilitate the  File transfer facilitation. transferring  information between devices.</a:t>
            </a:r>
          </a:p>
          <a:p>
            <a:endParaRPr lang="en-U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Centralized Management</a:t>
            </a:r>
            <a:r>
              <a:rPr lang="en-US" sz="1800" dirty="0"/>
              <a:t>: Manage and monitor devices and users from a central point (server).</a:t>
            </a:r>
          </a:p>
        </p:txBody>
      </p:sp>
      <p:pic>
        <p:nvPicPr>
          <p:cNvPr id="6" name="Picture 9" descr="underline_base">
            <a:extLst>
              <a:ext uri="{FF2B5EF4-FFF2-40B4-BE49-F238E27FC236}">
                <a16:creationId xmlns:a16="http://schemas.microsoft.com/office/drawing/2014/main" id="{87B9C201-3C91-CDF8-17E5-D1589821E392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45455" y="1381327"/>
            <a:ext cx="7269734" cy="243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8622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A12B609-46A8-58F3-E8A7-F673A4C30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1A9034-8820-599A-C4E6-3E2151352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1-</a:t>
            </a:r>
            <a:fld id="{64F3102F-F926-44F4-B355-EFF3FEC3CFA8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510641-838F-2FEB-8EF9-906F9C69E5AE}"/>
              </a:ext>
            </a:extLst>
          </p:cNvPr>
          <p:cNvSpPr txBox="1"/>
          <p:nvPr/>
        </p:nvSpPr>
        <p:spPr>
          <a:xfrm>
            <a:off x="291831" y="229850"/>
            <a:ext cx="8709294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70C0"/>
                </a:solidFill>
              </a:rPr>
              <a:t>Components of a Network</a:t>
            </a:r>
          </a:p>
          <a:p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b="1" dirty="0"/>
              <a:t>Devices</a:t>
            </a:r>
            <a:r>
              <a:rPr lang="en-GB" sz="2200" dirty="0"/>
              <a:t>: (</a:t>
            </a:r>
            <a:r>
              <a:rPr lang="en-GB" sz="2200" dirty="0" err="1"/>
              <a:t>Compting</a:t>
            </a:r>
            <a:r>
              <a:rPr lang="en-GB" sz="2200" dirty="0"/>
              <a:t> devices) - 2 types of network devices: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200" b="1" i="1" dirty="0"/>
              <a:t>Edge devices</a:t>
            </a:r>
            <a:r>
              <a:rPr lang="en-GB" sz="2200" dirty="0"/>
              <a:t>: Devices used by end users, e.g. Computers, smartphones, servers etc.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b="1" i="1" dirty="0">
                <a:latin typeface="+mn-lt"/>
                <a:ea typeface="ＭＳ Ｐゴシック" charset="0"/>
                <a:cs typeface="ＭＳ Ｐゴシック" charset="0"/>
              </a:rPr>
              <a:t>Core </a:t>
            </a:r>
            <a:r>
              <a:rPr lang="en-GB" sz="2200" b="1" i="1" dirty="0">
                <a:latin typeface="+mn-lt"/>
                <a:ea typeface="ＭＳ Ｐゴシック" charset="0"/>
                <a:cs typeface="ＭＳ Ｐゴシック" charset="0"/>
              </a:rPr>
              <a:t>d</a:t>
            </a:r>
            <a:r>
              <a:rPr lang="en-GB" sz="2200" b="1" dirty="0"/>
              <a:t>evices</a:t>
            </a:r>
            <a:r>
              <a:rPr lang="en-GB" sz="2200" dirty="0"/>
              <a:t>: Key devices that  help transmit user data e.g. Routers, switches, hubs, and access points.</a:t>
            </a:r>
          </a:p>
          <a:p>
            <a:endParaRPr lang="en-GB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b="1" i="1" dirty="0">
                <a:latin typeface="+mn-lt"/>
              </a:rPr>
              <a:t>Communication Links</a:t>
            </a:r>
            <a:r>
              <a:rPr lang="en-GB" sz="2200" b="1" i="1" dirty="0"/>
              <a:t>: </a:t>
            </a:r>
            <a:r>
              <a:rPr lang="en-GB" sz="2200" dirty="0">
                <a:latin typeface="+mn-lt"/>
              </a:rPr>
              <a:t>The channels through which data is transmitted between two or more devices,    enabling the exchange of data and allowing communication to occur. </a:t>
            </a:r>
          </a:p>
          <a:p>
            <a:pPr lvl="1"/>
            <a:r>
              <a:rPr lang="en-GB" sz="2200" b="1" i="1" dirty="0"/>
              <a:t>Wired</a:t>
            </a:r>
            <a:r>
              <a:rPr lang="en-GB" sz="2200" i="1" dirty="0"/>
              <a:t>: Ethernet cables, fibre optics.</a:t>
            </a:r>
          </a:p>
          <a:p>
            <a:pPr lvl="1"/>
            <a:r>
              <a:rPr lang="en-GB" sz="2200" b="1" i="1" dirty="0"/>
              <a:t>Wireless</a:t>
            </a:r>
            <a:r>
              <a:rPr lang="en-GB" sz="2200" i="1" dirty="0"/>
              <a:t>: </a:t>
            </a:r>
            <a:r>
              <a:rPr lang="en-GB" sz="2200" dirty="0"/>
              <a:t>Wi-Fi, Bluetooth, cellular/broadband networks.</a:t>
            </a:r>
          </a:p>
          <a:p>
            <a:pPr lvl="1"/>
            <a:endParaRPr lang="en-GB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b="1" i="1" dirty="0"/>
              <a:t>Protocols</a:t>
            </a:r>
            <a:r>
              <a:rPr lang="en-GB" sz="2200" i="1" dirty="0"/>
              <a:t>: </a:t>
            </a:r>
            <a:r>
              <a:rPr lang="en-US" sz="2200" dirty="0"/>
              <a:t>Standards/ rules that govern how data is transmitted, received, and processed over the  network. </a:t>
            </a:r>
            <a:r>
              <a:rPr lang="en-GB" sz="2200" dirty="0"/>
              <a:t>Rules for network communication (e.g., TCP/IP, HTTP, FTP)- </a:t>
            </a:r>
            <a:r>
              <a:rPr lang="en-GB" sz="2200" b="1" dirty="0"/>
              <a:t>ensures interoperability</a:t>
            </a:r>
          </a:p>
        </p:txBody>
      </p:sp>
      <p:pic>
        <p:nvPicPr>
          <p:cNvPr id="6" name="Picture 9" descr="underline_base">
            <a:extLst>
              <a:ext uri="{FF2B5EF4-FFF2-40B4-BE49-F238E27FC236}">
                <a16:creationId xmlns:a16="http://schemas.microsoft.com/office/drawing/2014/main" id="{0B286AC9-37A9-EE56-39E0-EAA8C92F2092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91831" y="509258"/>
            <a:ext cx="7269734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7586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>
            <a:extLst>
              <a:ext uri="{FF2B5EF4-FFF2-40B4-BE49-F238E27FC236}">
                <a16:creationId xmlns:a16="http://schemas.microsoft.com/office/drawing/2014/main" id="{F9B70BCE-678A-EA95-96AD-A073EA9588F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02724" y="117920"/>
            <a:ext cx="6334262" cy="6344794"/>
          </a:xfrm>
        </p:spPr>
        <p:txBody>
          <a:bodyPr/>
          <a:lstStyle/>
          <a:p>
            <a:pPr marL="40005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1" kern="1200" dirty="0"/>
              <a:t>Network Edge Devices: </a:t>
            </a:r>
          </a:p>
          <a:p>
            <a:pPr marL="57150" indent="0" eaLnBrk="1" hangingPunct="1">
              <a:lnSpc>
                <a:spcPct val="150000"/>
              </a:lnSpc>
              <a:buNone/>
            </a:pPr>
            <a:endParaRPr lang="en-GB" sz="2400" b="1" kern="1200" dirty="0"/>
          </a:p>
          <a:p>
            <a:pPr marL="57150" indent="0" eaLnBrk="1" hangingPunct="1">
              <a:lnSpc>
                <a:spcPct val="100000"/>
              </a:lnSpc>
              <a:spcBef>
                <a:spcPts val="0"/>
              </a:spcBef>
              <a:buNone/>
            </a:pPr>
            <a:endParaRPr lang="en-GB" sz="1050" b="1" kern="1200" dirty="0"/>
          </a:p>
          <a:p>
            <a:pPr algn="just">
              <a:lnSpc>
                <a:spcPct val="150000"/>
              </a:lnSpc>
            </a:pPr>
            <a:r>
              <a:rPr lang="en-GB" sz="2000" b="1" kern="1200" dirty="0"/>
              <a:t>Client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800" dirty="0"/>
              <a:t>An </a:t>
            </a:r>
            <a:r>
              <a:rPr lang="en-ZA" sz="1800" dirty="0"/>
              <a:t>end-user </a:t>
            </a:r>
            <a:r>
              <a:rPr lang="en-GB" sz="1800" dirty="0"/>
              <a:t>device or application that requests </a:t>
            </a:r>
            <a:r>
              <a:rPr lang="en-ZA" sz="1800" dirty="0"/>
              <a:t>access to resources, services, or information from a server. </a:t>
            </a:r>
            <a:endParaRPr lang="en-GB" sz="1800" dirty="0"/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GB" sz="1800" b="1" i="1" dirty="0"/>
              <a:t>Desktop computer, laptop, tablet, smartphone </a:t>
            </a:r>
            <a:r>
              <a:rPr lang="en-GB" sz="1800" dirty="0"/>
              <a:t>or any device used by an individual.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GB" sz="1800" b="1" dirty="0"/>
              <a:t>web browser, email client, file transfer program, or any other application </a:t>
            </a:r>
            <a:r>
              <a:rPr lang="en-GB" sz="1800" dirty="0"/>
              <a:t>that initiates communication with a server is a client.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800" dirty="0"/>
              <a:t>Some types of services requested by clients include web pages, files, database queries, email retrieval, and more. </a:t>
            </a:r>
          </a:p>
        </p:txBody>
      </p:sp>
      <p:sp>
        <p:nvSpPr>
          <p:cNvPr id="27652" name="Footer Placeholder 2">
            <a:extLst>
              <a:ext uri="{FF2B5EF4-FFF2-40B4-BE49-F238E27FC236}">
                <a16:creationId xmlns:a16="http://schemas.microsoft.com/office/drawing/2014/main" id="{BF0F5780-F1C3-E6A6-8A20-73757EA07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73938" y="6467475"/>
            <a:ext cx="1098550" cy="288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27653" name="Slide Number Placeholder 3">
            <a:extLst>
              <a:ext uri="{FF2B5EF4-FFF2-40B4-BE49-F238E27FC236}">
                <a16:creationId xmlns:a16="http://schemas.microsoft.com/office/drawing/2014/main" id="{D24A3819-8FC4-F114-A927-B5AD7985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9C04FB30-6344-43DB-81FB-2803BED3FABF}" type="slidenum">
              <a:rPr lang="en-US" altLang="en-US" sz="1200">
                <a:latin typeface="Tahoma" panose="020B0604030504040204" pitchFamily="34" charset="0"/>
              </a:rPr>
              <a:pPr/>
              <a:t>7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pic>
        <p:nvPicPr>
          <p:cNvPr id="2" name="Picture 9" descr="underline_base">
            <a:extLst>
              <a:ext uri="{FF2B5EF4-FFF2-40B4-BE49-F238E27FC236}">
                <a16:creationId xmlns:a16="http://schemas.microsoft.com/office/drawing/2014/main" id="{BC72E787-FEAA-0B05-051B-C97B8E24FD8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91831" y="509258"/>
            <a:ext cx="7269734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60837B-4C6E-E25F-E4E4-1E0A0B31D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688" y="2688039"/>
            <a:ext cx="2215587" cy="16407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CF4D9A-AB2E-AAD8-7D54-CFBB9031C5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674" y="1157499"/>
            <a:ext cx="2243602" cy="126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127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>
            <a:extLst>
              <a:ext uri="{FF2B5EF4-FFF2-40B4-BE49-F238E27FC236}">
                <a16:creationId xmlns:a16="http://schemas.microsoft.com/office/drawing/2014/main" id="{F9B70BCE-678A-EA95-96AD-A073EA9588F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02724" y="117919"/>
            <a:ext cx="8356060" cy="5551361"/>
          </a:xfrm>
        </p:spPr>
        <p:txBody>
          <a:bodyPr/>
          <a:lstStyle/>
          <a:p>
            <a:pPr marL="40005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1" kern="1200" dirty="0"/>
              <a:t>Network Edge Devices: </a:t>
            </a:r>
          </a:p>
          <a:p>
            <a:pPr marL="40005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GB" sz="2400" b="1" kern="1200" dirty="0"/>
          </a:p>
          <a:p>
            <a:pPr marL="57150" indent="0" eaLnBrk="1" hangingPunct="1">
              <a:lnSpc>
                <a:spcPct val="100000"/>
              </a:lnSpc>
              <a:spcBef>
                <a:spcPts val="0"/>
              </a:spcBef>
              <a:buNone/>
            </a:pPr>
            <a:endParaRPr lang="en-GB" sz="700" b="1" kern="1200" dirty="0"/>
          </a:p>
          <a:p>
            <a:pPr algn="just">
              <a:lnSpc>
                <a:spcPct val="150000"/>
              </a:lnSpc>
            </a:pPr>
            <a:r>
              <a:rPr lang="en-GB" sz="2000" b="1" kern="1200" dirty="0"/>
              <a:t>Server 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800" dirty="0">
                <a:latin typeface="+mn-lt"/>
              </a:rPr>
              <a:t>A server is a computer that runs specialized services to serve other computers on the network or internet with resources.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800" dirty="0">
                <a:latin typeface="+mn-lt"/>
              </a:rPr>
              <a:t>A single server can have a single or multiple roles and functions, serving different purposes within a network.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800" b="1" dirty="0"/>
              <a:t>Types of common servers on a network:</a:t>
            </a:r>
          </a:p>
          <a:p>
            <a:pPr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ZA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MS PGothic" panose="020B0600070205080204" pitchFamily="34" charset="-128"/>
                <a:cs typeface="Arial"/>
              </a:rPr>
              <a:t>Web server</a:t>
            </a:r>
            <a:r>
              <a:rPr kumimoji="0" lang="en-ZA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MS PGothic" panose="020B0600070205080204" pitchFamily="34" charset="-128"/>
                <a:cs typeface="Arial"/>
              </a:rPr>
              <a:t>: delivers web pages on request(host websites) </a:t>
            </a:r>
          </a:p>
          <a:p>
            <a:pPr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ZA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MS PGothic" panose="020B0600070205080204" pitchFamily="34" charset="-128"/>
                <a:cs typeface="Arial"/>
              </a:rPr>
              <a:t>File server</a:t>
            </a:r>
            <a:r>
              <a:rPr kumimoji="0" lang="en-ZA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MS PGothic" panose="020B0600070205080204" pitchFamily="34" charset="-128"/>
                <a:cs typeface="Arial"/>
              </a:rPr>
              <a:t>: Server that stores files and provides access to files.</a:t>
            </a:r>
          </a:p>
          <a:p>
            <a:pPr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ZA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MS PGothic" panose="020B0600070205080204" pitchFamily="34" charset="-128"/>
                <a:cs typeface="Arial"/>
              </a:rPr>
              <a:t>Mail Server</a:t>
            </a:r>
            <a:r>
              <a:rPr kumimoji="0" lang="en-ZA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MS PGothic" panose="020B0600070205080204" pitchFamily="34" charset="-128"/>
                <a:cs typeface="Arial"/>
              </a:rPr>
              <a:t>: Hosts mail </a:t>
            </a:r>
          </a:p>
          <a:p>
            <a:pPr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ZA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MS PGothic" panose="020B0600070205080204" pitchFamily="34" charset="-128"/>
                <a:cs typeface="Arial"/>
              </a:rPr>
              <a:t>Print Server</a:t>
            </a:r>
            <a:r>
              <a:rPr kumimoji="0" lang="en-ZA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MS PGothic" panose="020B0600070205080204" pitchFamily="34" charset="-128"/>
                <a:cs typeface="Arial"/>
              </a:rPr>
              <a:t>: Manages printing</a:t>
            </a:r>
            <a:r>
              <a:rPr kumimoji="0" lang="en-ZA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cs typeface="Arial"/>
              </a:rPr>
              <a:t> services</a:t>
            </a:r>
            <a:endParaRPr lang="en-GB" sz="1600" b="1" kern="1200" dirty="0"/>
          </a:p>
          <a:p>
            <a:pPr marL="57150" indent="0" eaLnBrk="1" hangingPunct="1">
              <a:buNone/>
            </a:pPr>
            <a:endParaRPr lang="en-GB" sz="1600" b="0" i="0" dirty="0">
              <a:solidFill>
                <a:srgbClr val="273239"/>
              </a:solidFill>
              <a:effectLst/>
              <a:latin typeface="+mj-lt"/>
            </a:endParaRPr>
          </a:p>
        </p:txBody>
      </p:sp>
      <p:sp>
        <p:nvSpPr>
          <p:cNvPr id="27652" name="Footer Placeholder 2">
            <a:extLst>
              <a:ext uri="{FF2B5EF4-FFF2-40B4-BE49-F238E27FC236}">
                <a16:creationId xmlns:a16="http://schemas.microsoft.com/office/drawing/2014/main" id="{BF0F5780-F1C3-E6A6-8A20-73757EA07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73938" y="6467475"/>
            <a:ext cx="1098550" cy="288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27653" name="Slide Number Placeholder 3">
            <a:extLst>
              <a:ext uri="{FF2B5EF4-FFF2-40B4-BE49-F238E27FC236}">
                <a16:creationId xmlns:a16="http://schemas.microsoft.com/office/drawing/2014/main" id="{D24A3819-8FC4-F114-A927-B5AD7985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9C04FB30-6344-43DB-81FB-2803BED3FABF}" type="slidenum">
              <a:rPr lang="en-US" altLang="en-US" sz="1200">
                <a:latin typeface="Tahoma" panose="020B0604030504040204" pitchFamily="34" charset="0"/>
              </a:rPr>
              <a:pPr/>
              <a:t>8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pic>
        <p:nvPicPr>
          <p:cNvPr id="2" name="Picture 9" descr="underline_base">
            <a:extLst>
              <a:ext uri="{FF2B5EF4-FFF2-40B4-BE49-F238E27FC236}">
                <a16:creationId xmlns:a16="http://schemas.microsoft.com/office/drawing/2014/main" id="{4C67176E-BD48-DC39-3787-F1C3EE24E0E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91831" y="509258"/>
            <a:ext cx="7269734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E2CACC-B0EA-C316-E623-6691F90EE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083" y="2998694"/>
            <a:ext cx="2238193" cy="137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693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box with black buttons">
            <a:extLst>
              <a:ext uri="{FF2B5EF4-FFF2-40B4-BE49-F238E27FC236}">
                <a16:creationId xmlns:a16="http://schemas.microsoft.com/office/drawing/2014/main" id="{6A8E4B9A-5E28-5E3E-88A8-7BDC71C71B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636" y="5114727"/>
            <a:ext cx="2012364" cy="1003961"/>
          </a:xfrm>
          <a:prstGeom prst="rect">
            <a:avLst/>
          </a:prstGeom>
        </p:spPr>
      </p:pic>
      <p:sp>
        <p:nvSpPr>
          <p:cNvPr id="27650" name="Rectangle 3">
            <a:extLst>
              <a:ext uri="{FF2B5EF4-FFF2-40B4-BE49-F238E27FC236}">
                <a16:creationId xmlns:a16="http://schemas.microsoft.com/office/drawing/2014/main" id="{F9B70BCE-678A-EA95-96AD-A073EA9588F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42875" y="129031"/>
            <a:ext cx="8356060" cy="6482906"/>
          </a:xfrm>
        </p:spPr>
        <p:txBody>
          <a:bodyPr/>
          <a:lstStyle/>
          <a:p>
            <a:pPr marL="40005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1" kern="1200" dirty="0"/>
              <a:t>Network Core Devices: </a:t>
            </a:r>
          </a:p>
          <a:p>
            <a:pPr marL="40005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GB" sz="2400" b="1" kern="1200" dirty="0"/>
          </a:p>
          <a:p>
            <a:pPr marL="57150" indent="0" eaLnBrk="1" hangingPunct="1">
              <a:lnSpc>
                <a:spcPct val="100000"/>
              </a:lnSpc>
              <a:spcBef>
                <a:spcPts val="0"/>
              </a:spcBef>
              <a:buNone/>
            </a:pPr>
            <a:endParaRPr lang="en-GB" sz="700" b="1" kern="1200" dirty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GB" sz="2000" b="1" kern="1200" dirty="0"/>
              <a:t>Router </a:t>
            </a:r>
          </a:p>
          <a:p>
            <a:pPr algn="just">
              <a:lnSpc>
                <a:spcPct val="150000"/>
              </a:lnSpc>
            </a:pPr>
            <a:endParaRPr lang="en-GB" sz="2000" b="1" kern="1200" dirty="0"/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600" dirty="0"/>
              <a:t>Calculates and selects the path for user traffic and  forward (route) the traffic.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600" dirty="0">
                <a:latin typeface="+mn-lt"/>
              </a:rPr>
              <a:t>A router connects multiple networks (internal to external). 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600" dirty="0">
                <a:latin typeface="+mn-lt"/>
              </a:rPr>
              <a:t>It receives packets, analyses packets, and decides the best route to its destination 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600" dirty="0">
                <a:latin typeface="+mn-lt"/>
              </a:rPr>
              <a:t>Uses the IP address to forward packets – layer 3. 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600" dirty="0">
                <a:latin typeface="+mn-lt"/>
              </a:rPr>
              <a:t>It connects a LAN to the WAN or LAN to LAN - All traffic enters and exits the network through this point</a:t>
            </a:r>
            <a:r>
              <a:rPr lang="en-GB" sz="1600" dirty="0"/>
              <a:t> (Gateway).</a:t>
            </a:r>
            <a:endParaRPr lang="en-GB" sz="1600" b="1" kern="1200" dirty="0">
              <a:latin typeface="+mn-lt"/>
            </a:endParaRPr>
          </a:p>
          <a:p>
            <a:pPr algn="just">
              <a:lnSpc>
                <a:spcPct val="150000"/>
              </a:lnSpc>
            </a:pPr>
            <a:r>
              <a:rPr lang="en-GB" sz="2000" b="1" kern="1200" dirty="0"/>
              <a:t>Switch 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600" dirty="0"/>
              <a:t>Used to connect multiple end devices to the network. E.g. in the FCI labs, all the workstations are connected to the switch using ethernet cables .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600" dirty="0"/>
              <a:t>A switch is a device that connects devices within the same network. 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600" dirty="0"/>
              <a:t>It forwards data in the form of data frames using </a:t>
            </a:r>
            <a:r>
              <a:rPr lang="en-GB" sz="1600" b="1" dirty="0"/>
              <a:t>MAC addresses </a:t>
            </a:r>
            <a:r>
              <a:rPr lang="en-GB" sz="1600" dirty="0"/>
              <a:t>– layer 2.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600" dirty="0"/>
              <a:t>Types: Unmanaged, Managed Switches, Layer 3 switches</a:t>
            </a:r>
          </a:p>
          <a:p>
            <a:pPr marL="57150" indent="0" eaLnBrk="1" hangingPunct="1">
              <a:buNone/>
            </a:pPr>
            <a:endParaRPr lang="en-GB" sz="1600" b="0" i="0" dirty="0">
              <a:solidFill>
                <a:srgbClr val="273239"/>
              </a:solidFill>
              <a:effectLst/>
              <a:latin typeface="+mj-lt"/>
            </a:endParaRPr>
          </a:p>
        </p:txBody>
      </p:sp>
      <p:sp>
        <p:nvSpPr>
          <p:cNvPr id="27652" name="Footer Placeholder 2">
            <a:extLst>
              <a:ext uri="{FF2B5EF4-FFF2-40B4-BE49-F238E27FC236}">
                <a16:creationId xmlns:a16="http://schemas.microsoft.com/office/drawing/2014/main" id="{BF0F5780-F1C3-E6A6-8A20-73757EA07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73938" y="6467475"/>
            <a:ext cx="1098550" cy="288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27653" name="Slide Number Placeholder 3">
            <a:extLst>
              <a:ext uri="{FF2B5EF4-FFF2-40B4-BE49-F238E27FC236}">
                <a16:creationId xmlns:a16="http://schemas.microsoft.com/office/drawing/2014/main" id="{D24A3819-8FC4-F114-A927-B5AD7985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9C04FB30-6344-43DB-81FB-2803BED3FABF}" type="slidenum">
              <a:rPr lang="en-US" altLang="en-US" sz="1200">
                <a:latin typeface="Tahoma" panose="020B0604030504040204" pitchFamily="34" charset="0"/>
              </a:rPr>
              <a:pPr/>
              <a:t>9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89210B-DF92-D473-C4AD-01B58BFC2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8655" y="1020281"/>
            <a:ext cx="1013548" cy="10059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7D870B-70A3-F58F-8D46-47512D9F0B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1565" y="1205071"/>
            <a:ext cx="676274" cy="1076403"/>
          </a:xfrm>
          <a:prstGeom prst="rect">
            <a:avLst/>
          </a:prstGeom>
        </p:spPr>
      </p:pic>
      <p:pic>
        <p:nvPicPr>
          <p:cNvPr id="2" name="Picture 9" descr="underline_base">
            <a:extLst>
              <a:ext uri="{FF2B5EF4-FFF2-40B4-BE49-F238E27FC236}">
                <a16:creationId xmlns:a16="http://schemas.microsoft.com/office/drawing/2014/main" id="{730500F8-E215-0DD1-4484-66F6DCDB6351}"/>
              </a:ext>
            </a:extLst>
          </p:cNvPr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91831" y="509258"/>
            <a:ext cx="7269734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0191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C6DBAFA5-8EC0-3556-3F5A-E67E2D671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408" y="902938"/>
            <a:ext cx="7784464" cy="5562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ZA" sz="1600" b="1" kern="1200" dirty="0"/>
              <a:t>Wireless Access Point 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600" dirty="0">
                <a:latin typeface="+mn-lt"/>
              </a:rPr>
              <a:t>Device that Connects wireless devices to a data network, e.g. smartphone. 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600" dirty="0">
                <a:latin typeface="+mn-lt"/>
              </a:rPr>
              <a:t>An access point (AP) is a device that provides LAN access for wireless devices 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600" dirty="0">
                <a:latin typeface="+mn-lt"/>
              </a:rPr>
              <a:t>It transfers data between the wireless and the wired LAN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600" dirty="0">
                <a:latin typeface="+mn-lt"/>
              </a:rPr>
              <a:t>APs have a specific range within which their signals can be received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GB" sz="100" kern="0" dirty="0"/>
          </a:p>
          <a:p>
            <a:pPr algn="just">
              <a:lnSpc>
                <a:spcPct val="150000"/>
              </a:lnSpc>
            </a:pPr>
            <a:r>
              <a:rPr lang="en-GB" sz="1600" b="1" dirty="0"/>
              <a:t>Hub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600" kern="0" dirty="0"/>
              <a:t>Device that Connects multiple devices on a wired network 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600" kern="0" dirty="0"/>
              <a:t>Hubs cannot filter data, so data packets are sent to all devices connected to it (broadcast) </a:t>
            </a:r>
            <a:r>
              <a:rPr lang="en-GB" sz="1600" kern="0" dirty="0" err="1"/>
              <a:t>e.g</a:t>
            </a:r>
            <a:r>
              <a:rPr lang="en-GB" sz="1600" kern="0" dirty="0"/>
              <a:t> Network monitoring &lt;&gt; devices on the network.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00" kern="0" dirty="0"/>
          </a:p>
          <a:p>
            <a:pPr algn="just">
              <a:lnSpc>
                <a:spcPct val="150000"/>
              </a:lnSpc>
            </a:pPr>
            <a:r>
              <a:rPr lang="en-ZA" sz="1600" b="1" dirty="0"/>
              <a:t>Repeater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600" b="1" dirty="0"/>
              <a:t>Regenerates a weak signal</a:t>
            </a:r>
            <a:r>
              <a:rPr lang="en-US" sz="1600" dirty="0"/>
              <a:t> so it can travel a longer distance.</a:t>
            </a:r>
            <a:r>
              <a:rPr lang="en-GB" sz="1600" kern="0" dirty="0"/>
              <a:t> 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600" kern="0" dirty="0"/>
              <a:t>Prevents the signal from becoming too weak or corrupted to extend the length to which the signal can be transmitted over the same network. </a:t>
            </a:r>
          </a:p>
          <a:p>
            <a:pPr lvl="1" algn="just">
              <a:lnSpc>
                <a:spcPct val="150000"/>
              </a:lnSpc>
            </a:pPr>
            <a:endParaRPr lang="en-GB" sz="1600" kern="0" dirty="0"/>
          </a:p>
          <a:p>
            <a:pPr marL="57150" indent="0" eaLnBrk="1" hangingPunct="1">
              <a:buFont typeface="Wingdings" panose="05000000000000000000" pitchFamily="2" charset="2"/>
              <a:buNone/>
            </a:pPr>
            <a:endParaRPr lang="en-GB" sz="1600" kern="0" dirty="0">
              <a:solidFill>
                <a:srgbClr val="273239"/>
              </a:solidFill>
              <a:latin typeface="+mj-lt"/>
            </a:endParaRPr>
          </a:p>
        </p:txBody>
      </p:sp>
      <p:sp>
        <p:nvSpPr>
          <p:cNvPr id="27652" name="Footer Placeholder 2">
            <a:extLst>
              <a:ext uri="{FF2B5EF4-FFF2-40B4-BE49-F238E27FC236}">
                <a16:creationId xmlns:a16="http://schemas.microsoft.com/office/drawing/2014/main" id="{BF0F5780-F1C3-E6A6-8A20-73757EA07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73938" y="6467475"/>
            <a:ext cx="1098550" cy="288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27653" name="Slide Number Placeholder 3">
            <a:extLst>
              <a:ext uri="{FF2B5EF4-FFF2-40B4-BE49-F238E27FC236}">
                <a16:creationId xmlns:a16="http://schemas.microsoft.com/office/drawing/2014/main" id="{D24A3819-8FC4-F114-A927-B5AD7985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9C04FB30-6344-43DB-81FB-2803BED3FABF}" type="slidenum">
              <a:rPr lang="en-US" altLang="en-US" sz="1200">
                <a:latin typeface="Tahoma" panose="020B0604030504040204" pitchFamily="34" charset="0"/>
              </a:rPr>
              <a:pPr/>
              <a:t>10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FC26FE-7631-AB4A-A4A5-B903E6431204}"/>
              </a:ext>
            </a:extLst>
          </p:cNvPr>
          <p:cNvSpPr txBox="1"/>
          <p:nvPr/>
        </p:nvSpPr>
        <p:spPr>
          <a:xfrm>
            <a:off x="335408" y="107280"/>
            <a:ext cx="4572000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" indent="-3429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400" b="1" kern="1200" dirty="0"/>
              <a:t>Network Core Devices: </a:t>
            </a:r>
          </a:p>
        </p:txBody>
      </p:sp>
    </p:spTree>
    <p:extLst>
      <p:ext uri="{BB962C8B-B14F-4D97-AF65-F5344CB8AC3E}">
        <p14:creationId xmlns:p14="http://schemas.microsoft.com/office/powerpoint/2010/main" val="2986075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4902B8-86D6-CD10-9833-EF853398A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27DCE4-82A2-FAFA-9069-6D7F75CF8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1-</a:t>
            </a:r>
            <a:fld id="{64F3102F-F926-44F4-B355-EFF3FEC3CFA8}" type="slidenum">
              <a:rPr lang="en-US" altLang="en-US" smtClean="0"/>
              <a:pPr/>
              <a:t>11</a:t>
            </a:fld>
            <a:endParaRPr lang="en-US" altLang="en-US"/>
          </a:p>
        </p:txBody>
      </p:sp>
      <p:pic>
        <p:nvPicPr>
          <p:cNvPr id="5" name="Picture 4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F50500C2-9876-233D-CC6C-8C5F05A06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1167318"/>
            <a:ext cx="8255000" cy="50620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B53B80-187F-100D-4598-9642C855B126}"/>
              </a:ext>
            </a:extLst>
          </p:cNvPr>
          <p:cNvSpPr txBox="1"/>
          <p:nvPr/>
        </p:nvSpPr>
        <p:spPr>
          <a:xfrm>
            <a:off x="1770434" y="525294"/>
            <a:ext cx="5583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Basic network communication (LAN)</a:t>
            </a:r>
            <a:endParaRPr lang="en-GB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4746D8-CC4B-3262-328B-E18E5CCE9E1E}"/>
              </a:ext>
            </a:extLst>
          </p:cNvPr>
          <p:cNvSpPr txBox="1"/>
          <p:nvPr/>
        </p:nvSpPr>
        <p:spPr>
          <a:xfrm>
            <a:off x="573932" y="6462713"/>
            <a:ext cx="69260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https://www.google.com/search?q=network+hub+symbol&amp;sca_esv=32cceb17385ab000&amp;udm=2&amp;biw=1536&amp;bih=739&amp;sxsrf</a:t>
            </a:r>
          </a:p>
        </p:txBody>
      </p:sp>
    </p:spTree>
    <p:extLst>
      <p:ext uri="{BB962C8B-B14F-4D97-AF65-F5344CB8AC3E}">
        <p14:creationId xmlns:p14="http://schemas.microsoft.com/office/powerpoint/2010/main" val="3977910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4CCAA-5A04-4C5A-C279-81424835B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312" y="-188247"/>
            <a:ext cx="7772400" cy="1143000"/>
          </a:xfrm>
        </p:spPr>
        <p:txBody>
          <a:bodyPr/>
          <a:lstStyle/>
          <a:p>
            <a:r>
              <a:rPr lang="en-US" dirty="0"/>
              <a:t>Network Core devices 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8400AF-F05D-201D-F62D-2EC9682A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4BBFF-037F-B6BB-6676-7A4A9E683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2-</a:t>
            </a:r>
            <a:fld id="{D32E6724-BA85-45C3-9458-14A3E45635A2}" type="slidenum">
              <a:rPr lang="en-US" altLang="en-US" smtClean="0"/>
              <a:pPr/>
              <a:t>12</a:t>
            </a:fld>
            <a:endParaRPr lang="en-US" altLang="en-US"/>
          </a:p>
        </p:txBody>
      </p:sp>
      <p:pic>
        <p:nvPicPr>
          <p:cNvPr id="11" name="Picture 10" descr="A blue box with white arrows&#10;&#10;AI-generated content may be incorrect.">
            <a:extLst>
              <a:ext uri="{FF2B5EF4-FFF2-40B4-BE49-F238E27FC236}">
                <a16:creationId xmlns:a16="http://schemas.microsoft.com/office/drawing/2014/main" id="{A674D9D6-0791-236C-F230-3F1CDE147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23" y="3998169"/>
            <a:ext cx="2486025" cy="18383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0C9258-AC6B-FCF0-F682-8B0209DEB328}"/>
              </a:ext>
            </a:extLst>
          </p:cNvPr>
          <p:cNvSpPr txBox="1"/>
          <p:nvPr/>
        </p:nvSpPr>
        <p:spPr>
          <a:xfrm>
            <a:off x="1354644" y="2859831"/>
            <a:ext cx="1653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Router</a:t>
            </a:r>
            <a:endParaRPr lang="en-GB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D98CD0-B3B0-A8F5-E907-016670ED09DE}"/>
              </a:ext>
            </a:extLst>
          </p:cNvPr>
          <p:cNvSpPr txBox="1"/>
          <p:nvPr/>
        </p:nvSpPr>
        <p:spPr>
          <a:xfrm>
            <a:off x="6037329" y="5647335"/>
            <a:ext cx="1974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Switch</a:t>
            </a:r>
            <a:endParaRPr lang="en-GB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9F476E-7D3F-A314-FA05-EC3DA22B58A0}"/>
              </a:ext>
            </a:extLst>
          </p:cNvPr>
          <p:cNvSpPr txBox="1"/>
          <p:nvPr/>
        </p:nvSpPr>
        <p:spPr>
          <a:xfrm>
            <a:off x="1177047" y="5573949"/>
            <a:ext cx="1517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Hub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DB2FFA-D416-9E0B-E424-DC07F960A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22" y="829960"/>
            <a:ext cx="4424190" cy="20485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537F3C-052B-470C-931C-E85386BF85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085" y="721589"/>
            <a:ext cx="3131765" cy="25760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2CD4B8C-C92D-53F8-7E70-CC2BC5C12373}"/>
              </a:ext>
            </a:extLst>
          </p:cNvPr>
          <p:cNvSpPr txBox="1"/>
          <p:nvPr/>
        </p:nvSpPr>
        <p:spPr>
          <a:xfrm>
            <a:off x="5709611" y="3268794"/>
            <a:ext cx="2545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Wireless Router</a:t>
            </a:r>
            <a:endParaRPr lang="en-GB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6C73C88-C83E-AE3A-6330-2D03E6734F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7079" y="3829026"/>
            <a:ext cx="5006774" cy="172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144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220B5-722F-8B47-7421-EB6F14260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1B8A0-A853-2170-3F85-EA67917C3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Core devices - icons</a:t>
            </a:r>
            <a:endParaRPr lang="en-GB" dirty="0"/>
          </a:p>
        </p:txBody>
      </p:sp>
      <p:pic>
        <p:nvPicPr>
          <p:cNvPr id="7" name="Content Placeholder 6" descr="A blue circular object with arrows&#10;&#10;AI-generated content may be incorrect.">
            <a:extLst>
              <a:ext uri="{FF2B5EF4-FFF2-40B4-BE49-F238E27FC236}">
                <a16:creationId xmlns:a16="http://schemas.microsoft.com/office/drawing/2014/main" id="{325D886C-AB1F-9072-8050-5751CC3F75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476375"/>
            <a:ext cx="2343150" cy="195262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07170-8970-8DC0-66D0-69959BFB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40FEF-3664-28F6-4EFD-A0F7A84A1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2-</a:t>
            </a:r>
            <a:fld id="{D32E6724-BA85-45C3-9458-14A3E45635A2}" type="slidenum">
              <a:rPr lang="en-US" altLang="en-US" smtClean="0"/>
              <a:pPr/>
              <a:t>13</a:t>
            </a:fld>
            <a:endParaRPr lang="en-US" altLang="en-US"/>
          </a:p>
        </p:txBody>
      </p:sp>
      <p:pic>
        <p:nvPicPr>
          <p:cNvPr id="9" name="Picture 8" descr="A blue box with arrows&#10;&#10;AI-generated content may be incorrect.">
            <a:extLst>
              <a:ext uri="{FF2B5EF4-FFF2-40B4-BE49-F238E27FC236}">
                <a16:creationId xmlns:a16="http://schemas.microsoft.com/office/drawing/2014/main" id="{EAFB608D-6408-6DD1-5D6C-4820526305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651" y="1873791"/>
            <a:ext cx="3190875" cy="1428750"/>
          </a:xfrm>
          <a:prstGeom prst="rect">
            <a:avLst/>
          </a:prstGeom>
        </p:spPr>
      </p:pic>
      <p:pic>
        <p:nvPicPr>
          <p:cNvPr id="11" name="Picture 10" descr="A blue box with white arrows&#10;&#10;AI-generated content may be incorrect.">
            <a:extLst>
              <a:ext uri="{FF2B5EF4-FFF2-40B4-BE49-F238E27FC236}">
                <a16:creationId xmlns:a16="http://schemas.microsoft.com/office/drawing/2014/main" id="{0FAE9ED3-3F42-D907-C06A-6C900BD4A3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23" y="3998169"/>
            <a:ext cx="2486025" cy="18383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601E307-EC92-1CBB-0D97-AECA777D3A38}"/>
              </a:ext>
            </a:extLst>
          </p:cNvPr>
          <p:cNvSpPr txBox="1"/>
          <p:nvPr/>
        </p:nvSpPr>
        <p:spPr>
          <a:xfrm>
            <a:off x="943583" y="3429000"/>
            <a:ext cx="1653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Router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09938A-BB8D-C2A5-FAB3-18A3AFFCD2EF}"/>
              </a:ext>
            </a:extLst>
          </p:cNvPr>
          <p:cNvSpPr txBox="1"/>
          <p:nvPr/>
        </p:nvSpPr>
        <p:spPr>
          <a:xfrm>
            <a:off x="4572000" y="3560323"/>
            <a:ext cx="1974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Switch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E1D17F-9C62-BA3E-D659-4AB50975AF63}"/>
              </a:ext>
            </a:extLst>
          </p:cNvPr>
          <p:cNvSpPr txBox="1"/>
          <p:nvPr/>
        </p:nvSpPr>
        <p:spPr>
          <a:xfrm>
            <a:off x="1177047" y="5573949"/>
            <a:ext cx="1517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Hub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0709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BEFC-3912-936F-2D5B-27284811E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579115"/>
          </a:xfrm>
        </p:spPr>
        <p:txBody>
          <a:bodyPr wrap="square" anchor="ctr">
            <a:normAutofit fontScale="90000"/>
          </a:bodyPr>
          <a:lstStyle/>
          <a:p>
            <a:r>
              <a:rPr lang="en-US" dirty="0"/>
              <a:t>The internet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D391E-C901-D9DB-8ECA-758C791308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187" y="807715"/>
            <a:ext cx="4533090" cy="5111330"/>
          </a:xfrm>
        </p:spPr>
        <p:txBody>
          <a:bodyPr wrap="square" anchor="t"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A global  connection of networks is the internet.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The internet connects (academic, government, organisation, privates  networks worldwide).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2800" dirty="0">
                <a:latin typeface="+mn-lt"/>
              </a:rPr>
              <a:t>network of networks</a:t>
            </a:r>
            <a:r>
              <a:rPr lang="ja-JP" altLang="en-US" sz="2800" dirty="0">
                <a:latin typeface="+mn-lt"/>
              </a:rPr>
              <a:t>” </a:t>
            </a:r>
            <a:r>
              <a:rPr lang="en-GB" altLang="ja-JP" sz="2800" dirty="0">
                <a:latin typeface="+mn-lt"/>
              </a:rPr>
              <a:t>- </a:t>
            </a:r>
            <a:r>
              <a:rPr lang="en-US" altLang="en-US" sz="2800" dirty="0">
                <a:latin typeface="+mn-lt"/>
                <a:ea typeface="Arial" panose="020B0604020202020204" pitchFamily="34" charset="0"/>
              </a:rPr>
              <a:t>Interconnected Internet Service Providers(ISPs)</a:t>
            </a:r>
            <a:endParaRPr lang="en-US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It enables devices in these networks to be interconnected  and share information. (E.g. accessing google from your home network).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600" dirty="0"/>
          </a:p>
        </p:txBody>
      </p:sp>
      <p:pic>
        <p:nvPicPr>
          <p:cNvPr id="7" name="Picture 6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7F38D881-40D0-EA67-5B98-F61ADD9D0B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657" y="179200"/>
            <a:ext cx="3735420" cy="2388901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C3DCFC-CDA2-9C0A-7E29-1824C05C2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76888" y="6467475"/>
            <a:ext cx="2895600" cy="287338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26E413-73E0-BEF0-85AA-07ABE4F43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/>
              <a:t>2-</a:t>
            </a:r>
            <a:fld id="{D32E6724-BA85-45C3-9458-14A3E45635A2}" type="slidenum">
              <a:rPr lang="en-US" altLang="en-US" smtClean="0"/>
              <a:pPr>
                <a:spcAft>
                  <a:spcPts val="600"/>
                </a:spcAft>
              </a:pPr>
              <a:t>14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7EA551-83D0-860C-D20E-43F1FC932A54}"/>
              </a:ext>
            </a:extLst>
          </p:cNvPr>
          <p:cNvSpPr txBox="1"/>
          <p:nvPr/>
        </p:nvSpPr>
        <p:spPr>
          <a:xfrm>
            <a:off x="4572000" y="6259512"/>
            <a:ext cx="3900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https://www.google.com/search?q=Picture+of+how+the+internect+is+connected+from+small+networks&amp;sc</a:t>
            </a:r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BAB74B6E-6151-444F-EDC5-9A5CAE8AB645}"/>
              </a:ext>
            </a:extLst>
          </p:cNvPr>
          <p:cNvGrpSpPr>
            <a:grpSpLocks/>
          </p:cNvGrpSpPr>
          <p:nvPr/>
        </p:nvGrpSpPr>
        <p:grpSpPr bwMode="auto">
          <a:xfrm>
            <a:off x="4627808" y="3147217"/>
            <a:ext cx="4095345" cy="2771828"/>
            <a:chOff x="5202238" y="1384300"/>
            <a:chExt cx="3551237" cy="4743450"/>
          </a:xfrm>
        </p:grpSpPr>
        <p:sp>
          <p:nvSpPr>
            <p:cNvPr id="9" name="Freeform 416">
              <a:extLst>
                <a:ext uri="{FF2B5EF4-FFF2-40B4-BE49-F238E27FC236}">
                  <a16:creationId xmlns:a16="http://schemas.microsoft.com/office/drawing/2014/main" id="{ACEB11E1-1AFF-6FB1-FD2C-0212164266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3100" y="2001838"/>
              <a:ext cx="1730375" cy="1125537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0" name="Freeform 415">
              <a:extLst>
                <a:ext uri="{FF2B5EF4-FFF2-40B4-BE49-F238E27FC236}">
                  <a16:creationId xmlns:a16="http://schemas.microsoft.com/office/drawing/2014/main" id="{45832FA8-7271-1DCD-3D9E-70A45C669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1" name="Freeform 665">
              <a:extLst>
                <a:ext uri="{FF2B5EF4-FFF2-40B4-BE49-F238E27FC236}">
                  <a16:creationId xmlns:a16="http://schemas.microsoft.com/office/drawing/2014/main" id="{1CD0F4A4-2E4C-7C63-54CA-BA0FA2D7F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2238" y="1712913"/>
              <a:ext cx="1736725" cy="1071562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12" name="Group 666">
              <a:extLst>
                <a:ext uri="{FF2B5EF4-FFF2-40B4-BE49-F238E27FC236}">
                  <a16:creationId xmlns:a16="http://schemas.microsoft.com/office/drawing/2014/main" id="{2436E5C1-DABD-4AE4-C296-2457668212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29977" y="2980450"/>
              <a:ext cx="1458912" cy="933450"/>
              <a:chOff x="2889" y="1631"/>
              <a:chExt cx="980" cy="743"/>
            </a:xfrm>
          </p:grpSpPr>
          <p:sp>
            <p:nvSpPr>
              <p:cNvPr id="619" name="Rectangle 667">
                <a:extLst>
                  <a:ext uri="{FF2B5EF4-FFF2-40B4-BE49-F238E27FC236}">
                    <a16:creationId xmlns:a16="http://schemas.microsoft.com/office/drawing/2014/main" id="{C3A9BC8C-3B1A-F7D8-BDBF-90EA0D805C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" name="AutoShape 668">
                <a:extLst>
                  <a:ext uri="{FF2B5EF4-FFF2-40B4-BE49-F238E27FC236}">
                    <a16:creationId xmlns:a16="http://schemas.microsoft.com/office/drawing/2014/main" id="{81C59029-B368-2D38-15F1-F9997B68D7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13" name="Freeform 669">
              <a:extLst>
                <a:ext uri="{FF2B5EF4-FFF2-40B4-BE49-F238E27FC236}">
                  <a16:creationId xmlns:a16="http://schemas.microsoft.com/office/drawing/2014/main" id="{9C26A2BA-A2B3-E1A8-1E87-A6C916647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4163" y="4331380"/>
              <a:ext cx="3225800" cy="1665288"/>
            </a:xfrm>
            <a:custGeom>
              <a:avLst/>
              <a:gdLst>
                <a:gd name="T0" fmla="*/ 2147483647 w 2032"/>
                <a:gd name="T1" fmla="*/ 2147483647 h 1049"/>
                <a:gd name="T2" fmla="*/ 2147483647 w 2032"/>
                <a:gd name="T3" fmla="*/ 2147483647 h 1049"/>
                <a:gd name="T4" fmla="*/ 2147483647 w 2032"/>
                <a:gd name="T5" fmla="*/ 2147483647 h 1049"/>
                <a:gd name="T6" fmla="*/ 2147483647 w 2032"/>
                <a:gd name="T7" fmla="*/ 2147483647 h 1049"/>
                <a:gd name="T8" fmla="*/ 2147483647 w 2032"/>
                <a:gd name="T9" fmla="*/ 2147483647 h 1049"/>
                <a:gd name="T10" fmla="*/ 2147483647 w 2032"/>
                <a:gd name="T11" fmla="*/ 2147483647 h 1049"/>
                <a:gd name="T12" fmla="*/ 2147483647 w 2032"/>
                <a:gd name="T13" fmla="*/ 2147483647 h 1049"/>
                <a:gd name="T14" fmla="*/ 2147483647 w 2032"/>
                <a:gd name="T15" fmla="*/ 2147483647 h 1049"/>
                <a:gd name="T16" fmla="*/ 2147483647 w 2032"/>
                <a:gd name="T17" fmla="*/ 2147483647 h 1049"/>
                <a:gd name="T18" fmla="*/ 2147483647 w 2032"/>
                <a:gd name="T19" fmla="*/ 2147483647 h 1049"/>
                <a:gd name="T20" fmla="*/ 2147483647 w 2032"/>
                <a:gd name="T21" fmla="*/ 2147483647 h 1049"/>
                <a:gd name="T22" fmla="*/ 2147483647 w 2032"/>
                <a:gd name="T23" fmla="*/ 2147483647 h 1049"/>
                <a:gd name="T24" fmla="*/ 2147483647 w 2032"/>
                <a:gd name="T25" fmla="*/ 2147483647 h 1049"/>
                <a:gd name="T26" fmla="*/ 2147483647 w 2032"/>
                <a:gd name="T27" fmla="*/ 2147483647 h 1049"/>
                <a:gd name="T28" fmla="*/ 2147483647 w 2032"/>
                <a:gd name="T29" fmla="*/ 2147483647 h 1049"/>
                <a:gd name="T30" fmla="*/ 2147483647 w 2032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032"/>
                <a:gd name="T49" fmla="*/ 0 h 1049"/>
                <a:gd name="T50" fmla="*/ 2032 w 2032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032" h="1049">
                  <a:moveTo>
                    <a:pt x="1044" y="26"/>
                  </a:moveTo>
                  <a:cubicBezTo>
                    <a:pt x="959" y="45"/>
                    <a:pt x="924" y="118"/>
                    <a:pt x="847" y="125"/>
                  </a:cubicBezTo>
                  <a:cubicBezTo>
                    <a:pt x="770" y="132"/>
                    <a:pt x="697" y="61"/>
                    <a:pt x="580" y="68"/>
                  </a:cubicBezTo>
                  <a:cubicBezTo>
                    <a:pt x="463" y="75"/>
                    <a:pt x="232" y="119"/>
                    <a:pt x="143" y="170"/>
                  </a:cubicBezTo>
                  <a:cubicBezTo>
                    <a:pt x="54" y="221"/>
                    <a:pt x="65" y="289"/>
                    <a:pt x="48" y="374"/>
                  </a:cubicBezTo>
                  <a:cubicBezTo>
                    <a:pt x="31" y="459"/>
                    <a:pt x="0" y="618"/>
                    <a:pt x="41" y="680"/>
                  </a:cubicBezTo>
                  <a:cubicBezTo>
                    <a:pt x="82" y="742"/>
                    <a:pt x="191" y="709"/>
                    <a:pt x="294" y="744"/>
                  </a:cubicBezTo>
                  <a:cubicBezTo>
                    <a:pt x="397" y="779"/>
                    <a:pt x="527" y="849"/>
                    <a:pt x="660" y="893"/>
                  </a:cubicBezTo>
                  <a:cubicBezTo>
                    <a:pt x="793" y="938"/>
                    <a:pt x="944" y="991"/>
                    <a:pt x="1088" y="1014"/>
                  </a:cubicBezTo>
                  <a:cubicBezTo>
                    <a:pt x="1232" y="1036"/>
                    <a:pt x="1401" y="1049"/>
                    <a:pt x="1525" y="1031"/>
                  </a:cubicBezTo>
                  <a:cubicBezTo>
                    <a:pt x="1649" y="1012"/>
                    <a:pt x="1749" y="960"/>
                    <a:pt x="1831" y="907"/>
                  </a:cubicBezTo>
                  <a:cubicBezTo>
                    <a:pt x="1913" y="855"/>
                    <a:pt x="1998" y="824"/>
                    <a:pt x="2015" y="714"/>
                  </a:cubicBezTo>
                  <a:cubicBezTo>
                    <a:pt x="2032" y="604"/>
                    <a:pt x="1990" y="350"/>
                    <a:pt x="1931" y="251"/>
                  </a:cubicBezTo>
                  <a:cubicBezTo>
                    <a:pt x="1872" y="151"/>
                    <a:pt x="1754" y="153"/>
                    <a:pt x="1658" y="114"/>
                  </a:cubicBezTo>
                  <a:cubicBezTo>
                    <a:pt x="1562" y="76"/>
                    <a:pt x="1457" y="30"/>
                    <a:pt x="1355" y="15"/>
                  </a:cubicBezTo>
                  <a:cubicBezTo>
                    <a:pt x="1253" y="0"/>
                    <a:pt x="1129" y="8"/>
                    <a:pt x="1044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4" name="Line 670">
              <a:extLst>
                <a:ext uri="{FF2B5EF4-FFF2-40B4-BE49-F238E27FC236}">
                  <a16:creationId xmlns:a16="http://schemas.microsoft.com/office/drawing/2014/main" id="{503802D5-4FC2-2194-2539-258CBDFA4BA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7845425" y="5162551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15" name="Line 671">
              <a:extLst>
                <a:ext uri="{FF2B5EF4-FFF2-40B4-BE49-F238E27FC236}">
                  <a16:creationId xmlns:a16="http://schemas.microsoft.com/office/drawing/2014/main" id="{F20F698E-1391-49EF-7BA2-C24A02C7390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991475" y="5443538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16" name="Line 672">
              <a:extLst>
                <a:ext uri="{FF2B5EF4-FFF2-40B4-BE49-F238E27FC236}">
                  <a16:creationId xmlns:a16="http://schemas.microsoft.com/office/drawing/2014/main" id="{1863918A-A96F-E635-2D9B-FD83385CC85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17" name="Line 674">
              <a:extLst>
                <a:ext uri="{FF2B5EF4-FFF2-40B4-BE49-F238E27FC236}">
                  <a16:creationId xmlns:a16="http://schemas.microsoft.com/office/drawing/2014/main" id="{6391B913-B9F5-AB6A-FA32-782F599C47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0763" y="4776788"/>
              <a:ext cx="217487" cy="1000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8" name="Line 675">
              <a:extLst>
                <a:ext uri="{FF2B5EF4-FFF2-40B4-BE49-F238E27FC236}">
                  <a16:creationId xmlns:a16="http://schemas.microsoft.com/office/drawing/2014/main" id="{3FDE7115-0E1C-A01B-7CDA-D6C4D2F1E2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42000" y="5038725"/>
              <a:ext cx="407988" cy="746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9" name="Line 678">
              <a:extLst>
                <a:ext uri="{FF2B5EF4-FFF2-40B4-BE49-F238E27FC236}">
                  <a16:creationId xmlns:a16="http://schemas.microsoft.com/office/drawing/2014/main" id="{3CA043D5-D1CF-CAC5-04DC-59A6256A90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67450" y="5102225"/>
              <a:ext cx="144463" cy="1698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0" name="Line 679">
              <a:extLst>
                <a:ext uri="{FF2B5EF4-FFF2-40B4-BE49-F238E27FC236}">
                  <a16:creationId xmlns:a16="http://schemas.microsoft.com/office/drawing/2014/main" id="{DA450466-8ACB-9FC8-5F91-383F4F2B91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86538" y="5110163"/>
              <a:ext cx="76200" cy="1635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1" name="Line 680">
              <a:extLst>
                <a:ext uri="{FF2B5EF4-FFF2-40B4-BE49-F238E27FC236}">
                  <a16:creationId xmlns:a16="http://schemas.microsoft.com/office/drawing/2014/main" id="{08DA4CAE-29E1-12A2-B2F7-F69CE13E09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3700" y="5056188"/>
              <a:ext cx="503238" cy="2698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2" name="Line 682">
              <a:extLst>
                <a:ext uri="{FF2B5EF4-FFF2-40B4-BE49-F238E27FC236}">
                  <a16:creationId xmlns:a16="http://schemas.microsoft.com/office/drawing/2014/main" id="{BAB7B81E-3CEC-747F-8857-C2504C269C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4913" y="3551238"/>
              <a:ext cx="0" cy="1063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3" name="Line 683">
              <a:extLst>
                <a:ext uri="{FF2B5EF4-FFF2-40B4-BE49-F238E27FC236}">
                  <a16:creationId xmlns:a16="http://schemas.microsoft.com/office/drawing/2014/main" id="{A49DA937-34C4-BBC6-65EC-AF72E96E18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91213" y="3736975"/>
              <a:ext cx="168275" cy="31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pic>
          <p:nvPicPr>
            <p:cNvPr id="24" name="Picture 684" descr="access_point_stylized_small">
              <a:extLst>
                <a:ext uri="{FF2B5EF4-FFF2-40B4-BE49-F238E27FC236}">
                  <a16:creationId xmlns:a16="http://schemas.microsoft.com/office/drawing/2014/main" id="{22B8CA6F-AADC-F60E-B8BD-8527A97622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0388" y="3548063"/>
              <a:ext cx="369887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Line 685">
              <a:extLst>
                <a:ext uri="{FF2B5EF4-FFF2-40B4-BE49-F238E27FC236}">
                  <a16:creationId xmlns:a16="http://schemas.microsoft.com/office/drawing/2014/main" id="{AE82ECA1-C4FC-B37F-100D-E9736337AC2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994650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ZA"/>
            </a:p>
          </p:txBody>
        </p:sp>
        <p:sp>
          <p:nvSpPr>
            <p:cNvPr id="26" name="Line 686">
              <a:extLst>
                <a:ext uri="{FF2B5EF4-FFF2-40B4-BE49-F238E27FC236}">
                  <a16:creationId xmlns:a16="http://schemas.microsoft.com/office/drawing/2014/main" id="{FD682AFD-EBFC-AE77-DE55-2F90DBB2E5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94388" y="3733800"/>
              <a:ext cx="168275" cy="31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pic>
          <p:nvPicPr>
            <p:cNvPr id="27" name="Picture 708" descr="access_point_stylized_small">
              <a:extLst>
                <a:ext uri="{FF2B5EF4-FFF2-40B4-BE49-F238E27FC236}">
                  <a16:creationId xmlns:a16="http://schemas.microsoft.com/office/drawing/2014/main" id="{8FD33786-A8C8-FF2D-974D-A2A2ADD6F4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546475"/>
              <a:ext cx="369888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Line 711">
              <a:extLst>
                <a:ext uri="{FF2B5EF4-FFF2-40B4-BE49-F238E27FC236}">
                  <a16:creationId xmlns:a16="http://schemas.microsoft.com/office/drawing/2014/main" id="{962BDAFB-F6DC-9297-00C3-253DFDC8C1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6163" y="3816350"/>
              <a:ext cx="163512" cy="12065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29" name="Line 712">
              <a:extLst>
                <a:ext uri="{FF2B5EF4-FFF2-40B4-BE49-F238E27FC236}">
                  <a16:creationId xmlns:a16="http://schemas.microsoft.com/office/drawing/2014/main" id="{1DEFD290-546F-835E-0F5D-8BC9DE6D15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3000" y="3736975"/>
              <a:ext cx="2794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" name="Line 713">
              <a:extLst>
                <a:ext uri="{FF2B5EF4-FFF2-40B4-BE49-F238E27FC236}">
                  <a16:creationId xmlns:a16="http://schemas.microsoft.com/office/drawing/2014/main" id="{B3973BB1-E1C6-C376-2D89-44CF9FD6B3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29538" y="3822700"/>
              <a:ext cx="134937" cy="1047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1" name="Line 714">
              <a:extLst>
                <a:ext uri="{FF2B5EF4-FFF2-40B4-BE49-F238E27FC236}">
                  <a16:creationId xmlns:a16="http://schemas.microsoft.com/office/drawing/2014/main" id="{F86C3831-35AF-476C-56B2-D27D52CC03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3063" y="2590800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2" name="Line 715">
              <a:extLst>
                <a:ext uri="{FF2B5EF4-FFF2-40B4-BE49-F238E27FC236}">
                  <a16:creationId xmlns:a16="http://schemas.microsoft.com/office/drawing/2014/main" id="{0D3ACF3C-FE4A-A96C-796B-03395ECE01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8063" y="4700588"/>
              <a:ext cx="390525" cy="1841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3" name="Line 716">
              <a:extLst>
                <a:ext uri="{FF2B5EF4-FFF2-40B4-BE49-F238E27FC236}">
                  <a16:creationId xmlns:a16="http://schemas.microsoft.com/office/drawing/2014/main" id="{D7A920EB-0DED-A442-08EC-42A705C4AA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7350" y="4687888"/>
              <a:ext cx="322263" cy="1984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4" name="Line 717">
              <a:extLst>
                <a:ext uri="{FF2B5EF4-FFF2-40B4-BE49-F238E27FC236}">
                  <a16:creationId xmlns:a16="http://schemas.microsoft.com/office/drawing/2014/main" id="{7AAA9224-4D2E-B2A9-A5D6-F200600C91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0213" y="4979988"/>
              <a:ext cx="9715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5" name="Line 718">
              <a:extLst>
                <a:ext uri="{FF2B5EF4-FFF2-40B4-BE49-F238E27FC236}">
                  <a16:creationId xmlns:a16="http://schemas.microsoft.com/office/drawing/2014/main" id="{486B74EA-208F-A11C-F9C4-E9A202EACE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495550"/>
              <a:ext cx="123825" cy="87313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6" name="Line 719">
              <a:extLst>
                <a:ext uri="{FF2B5EF4-FFF2-40B4-BE49-F238E27FC236}">
                  <a16:creationId xmlns:a16="http://schemas.microsoft.com/office/drawing/2014/main" id="{534F5CC4-0DC0-00A0-C538-C4ACA342B0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5688" y="2668588"/>
              <a:ext cx="0" cy="82550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" name="Line 720">
              <a:extLst>
                <a:ext uri="{FF2B5EF4-FFF2-40B4-BE49-F238E27FC236}">
                  <a16:creationId xmlns:a16="http://schemas.microsoft.com/office/drawing/2014/main" id="{12E276A2-03C6-89D1-3FBE-937CC13793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565400"/>
              <a:ext cx="263525" cy="2889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" name="Line 721">
              <a:extLst>
                <a:ext uri="{FF2B5EF4-FFF2-40B4-BE49-F238E27FC236}">
                  <a16:creationId xmlns:a16="http://schemas.microsoft.com/office/drawing/2014/main" id="{40E2381C-94E4-90A7-9B39-51CBA7D8FF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2263" y="2563813"/>
              <a:ext cx="0" cy="19685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9" name="Line 722">
              <a:extLst>
                <a:ext uri="{FF2B5EF4-FFF2-40B4-BE49-F238E27FC236}">
                  <a16:creationId xmlns:a16="http://schemas.microsoft.com/office/drawing/2014/main" id="{DE3108AA-712A-C6EE-4E18-A247EBB361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188" y="2870200"/>
              <a:ext cx="1889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0" name="Line 723">
              <a:extLst>
                <a:ext uri="{FF2B5EF4-FFF2-40B4-BE49-F238E27FC236}">
                  <a16:creationId xmlns:a16="http://schemas.microsoft.com/office/drawing/2014/main" id="{34BD945F-18F0-0DF7-8750-B6E69295C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50225" y="2860675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1" name="Line 724">
              <a:extLst>
                <a:ext uri="{FF2B5EF4-FFF2-40B4-BE49-F238E27FC236}">
                  <a16:creationId xmlns:a16="http://schemas.microsoft.com/office/drawing/2014/main" id="{15B01D0D-CACD-3A96-D7AF-C2778A7136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96150" y="2936875"/>
              <a:ext cx="98425" cy="704850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2" name="Line 725">
              <a:extLst>
                <a:ext uri="{FF2B5EF4-FFF2-40B4-BE49-F238E27FC236}">
                  <a16:creationId xmlns:a16="http://schemas.microsoft.com/office/drawing/2014/main" id="{12FBE853-11AD-1CE1-38AB-86B96CB09F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88288" y="2936875"/>
              <a:ext cx="111125" cy="7270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3" name="Line 726">
              <a:extLst>
                <a:ext uri="{FF2B5EF4-FFF2-40B4-BE49-F238E27FC236}">
                  <a16:creationId xmlns:a16="http://schemas.microsoft.com/office/drawing/2014/main" id="{5DFE0171-8AD0-AB59-0AFA-CE3B8B0AB3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2338" y="4078288"/>
              <a:ext cx="227012" cy="43656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4" name="Line 727">
              <a:extLst>
                <a:ext uri="{FF2B5EF4-FFF2-40B4-BE49-F238E27FC236}">
                  <a16:creationId xmlns:a16="http://schemas.microsoft.com/office/drawing/2014/main" id="{16E3BF3E-413C-795C-D673-46F2C44B0E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5488" y="2859088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5" name="Line 728">
              <a:extLst>
                <a:ext uri="{FF2B5EF4-FFF2-40B4-BE49-F238E27FC236}">
                  <a16:creationId xmlns:a16="http://schemas.microsoft.com/office/drawing/2014/main" id="{399D703B-6096-DEB4-3AED-34DE213CA9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9675" y="2406650"/>
              <a:ext cx="152400" cy="952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46" name="Oval 407">
              <a:extLst>
                <a:ext uri="{FF2B5EF4-FFF2-40B4-BE49-F238E27FC236}">
                  <a16:creationId xmlns:a16="http://schemas.microsoft.com/office/drawing/2014/main" id="{CEC5D09A-BF77-BDC5-C449-07EA91D9F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4763" y="2565400"/>
              <a:ext cx="387350" cy="9525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7" name="Rectangle 410">
              <a:extLst>
                <a:ext uri="{FF2B5EF4-FFF2-40B4-BE49-F238E27FC236}">
                  <a16:creationId xmlns:a16="http://schemas.microsoft.com/office/drawing/2014/main" id="{34045A79-EFB1-318C-F3BE-A6B61DFAF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4763" y="2555875"/>
              <a:ext cx="388937" cy="58738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8" name="Oval 411">
              <a:extLst>
                <a:ext uri="{FF2B5EF4-FFF2-40B4-BE49-F238E27FC236}">
                  <a16:creationId xmlns:a16="http://schemas.microsoft.com/office/drawing/2014/main" id="{8DE421CF-59BA-1740-CC11-E9122DAE6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3175" y="2490788"/>
              <a:ext cx="387350" cy="111125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49" name="Group 732">
              <a:extLst>
                <a:ext uri="{FF2B5EF4-FFF2-40B4-BE49-F238E27FC236}">
                  <a16:creationId xmlns:a16="http://schemas.microsoft.com/office/drawing/2014/main" id="{28B8A0D2-B419-8073-7911-B33F29D911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30963" y="2519363"/>
              <a:ext cx="219075" cy="52387"/>
              <a:chOff x="2468" y="1332"/>
              <a:chExt cx="310" cy="60"/>
            </a:xfrm>
          </p:grpSpPr>
          <p:sp>
            <p:nvSpPr>
              <p:cNvPr id="617" name="Freeform 733">
                <a:extLst>
                  <a:ext uri="{FF2B5EF4-FFF2-40B4-BE49-F238E27FC236}">
                    <a16:creationId xmlns:a16="http://schemas.microsoft.com/office/drawing/2014/main" id="{A9524A13-D084-D2F7-DD36-0FECA7A8B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618" name="Freeform 734">
                <a:extLst>
                  <a:ext uri="{FF2B5EF4-FFF2-40B4-BE49-F238E27FC236}">
                    <a16:creationId xmlns:a16="http://schemas.microsoft.com/office/drawing/2014/main" id="{FDF28428-779C-F9E8-A908-5552E9B964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50" name="Line 735">
              <a:extLst>
                <a:ext uri="{FF2B5EF4-FFF2-40B4-BE49-F238E27FC236}">
                  <a16:creationId xmlns:a16="http://schemas.microsoft.com/office/drawing/2014/main" id="{0E0CD0D4-F3E2-AB60-B3FA-3B5C346A30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54763" y="2543175"/>
              <a:ext cx="0" cy="74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51" name="Line 736">
              <a:extLst>
                <a:ext uri="{FF2B5EF4-FFF2-40B4-BE49-F238E27FC236}">
                  <a16:creationId xmlns:a16="http://schemas.microsoft.com/office/drawing/2014/main" id="{EECD3100-3F16-7909-1358-49030C0868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0525" y="2546350"/>
              <a:ext cx="0" cy="730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52" name="Group 737">
              <a:extLst>
                <a:ext uri="{FF2B5EF4-FFF2-40B4-BE49-F238E27FC236}">
                  <a16:creationId xmlns:a16="http://schemas.microsoft.com/office/drawing/2014/main" id="{07690B8C-860D-B095-B6CB-6D7838BC53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2488" y="2493963"/>
              <a:ext cx="390525" cy="174625"/>
              <a:chOff x="4334" y="1470"/>
              <a:chExt cx="246" cy="107"/>
            </a:xfrm>
          </p:grpSpPr>
          <p:sp>
            <p:nvSpPr>
              <p:cNvPr id="609" name="Oval 407">
                <a:extLst>
                  <a:ext uri="{FF2B5EF4-FFF2-40B4-BE49-F238E27FC236}">
                    <a16:creationId xmlns:a16="http://schemas.microsoft.com/office/drawing/2014/main" id="{B10CFAAE-55F5-D46B-4D2C-F85314C956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0" name="Rectangle 410">
                <a:extLst>
                  <a:ext uri="{FF2B5EF4-FFF2-40B4-BE49-F238E27FC236}">
                    <a16:creationId xmlns:a16="http://schemas.microsoft.com/office/drawing/2014/main" id="{E660F350-AE98-489B-2CDD-189C5ACBA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1" name="Oval 411">
                <a:extLst>
                  <a:ext uri="{FF2B5EF4-FFF2-40B4-BE49-F238E27FC236}">
                    <a16:creationId xmlns:a16="http://schemas.microsoft.com/office/drawing/2014/main" id="{0C35790F-3112-5825-180E-EF8C494678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12" name="Group 741">
                <a:extLst>
                  <a:ext uri="{FF2B5EF4-FFF2-40B4-BE49-F238E27FC236}">
                    <a16:creationId xmlns:a16="http://schemas.microsoft.com/office/drawing/2014/main" id="{05553FE9-B5C8-5872-3E04-C4E9FAEA14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15" name="Freeform 742">
                  <a:extLst>
                    <a:ext uri="{FF2B5EF4-FFF2-40B4-BE49-F238E27FC236}">
                      <a16:creationId xmlns:a16="http://schemas.microsoft.com/office/drawing/2014/main" id="{2D4FAE64-3CF1-784C-7AA1-91EA53835B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616" name="Freeform 743">
                  <a:extLst>
                    <a:ext uri="{FF2B5EF4-FFF2-40B4-BE49-F238E27FC236}">
                      <a16:creationId xmlns:a16="http://schemas.microsoft.com/office/drawing/2014/main" id="{67FB8DA4-A327-C471-D80C-22F6E6793E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ZA"/>
                </a:p>
              </p:txBody>
            </p:sp>
          </p:grpSp>
          <p:sp>
            <p:nvSpPr>
              <p:cNvPr id="613" name="Line 744">
                <a:extLst>
                  <a:ext uri="{FF2B5EF4-FFF2-40B4-BE49-F238E27FC236}">
                    <a16:creationId xmlns:a16="http://schemas.microsoft.com/office/drawing/2014/main" id="{0E6911EA-69CE-E46E-632C-FF2B824C17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614" name="Line 745">
                <a:extLst>
                  <a:ext uri="{FF2B5EF4-FFF2-40B4-BE49-F238E27FC236}">
                    <a16:creationId xmlns:a16="http://schemas.microsoft.com/office/drawing/2014/main" id="{30605C5C-5D8B-B1F8-6B48-E847DCF047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53" name="Group 746">
              <a:extLst>
                <a:ext uri="{FF2B5EF4-FFF2-40B4-BE49-F238E27FC236}">
                  <a16:creationId xmlns:a16="http://schemas.microsoft.com/office/drawing/2014/main" id="{757E3849-9B4C-6718-90CA-E944F49392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13600" y="2757488"/>
              <a:ext cx="390525" cy="174625"/>
              <a:chOff x="4334" y="1470"/>
              <a:chExt cx="246" cy="107"/>
            </a:xfrm>
          </p:grpSpPr>
          <p:sp>
            <p:nvSpPr>
              <p:cNvPr id="601" name="Oval 407">
                <a:extLst>
                  <a:ext uri="{FF2B5EF4-FFF2-40B4-BE49-F238E27FC236}">
                    <a16:creationId xmlns:a16="http://schemas.microsoft.com/office/drawing/2014/main" id="{FF13042A-E4FA-821E-49D7-035B2386B2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2" name="Rectangle 410">
                <a:extLst>
                  <a:ext uri="{FF2B5EF4-FFF2-40B4-BE49-F238E27FC236}">
                    <a16:creationId xmlns:a16="http://schemas.microsoft.com/office/drawing/2014/main" id="{98996AB1-803F-072B-9613-7E547AC59A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3" name="Oval 411">
                <a:extLst>
                  <a:ext uri="{FF2B5EF4-FFF2-40B4-BE49-F238E27FC236}">
                    <a16:creationId xmlns:a16="http://schemas.microsoft.com/office/drawing/2014/main" id="{3B25D002-B7EE-E771-505B-D4FC5D1F1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04" name="Group 750">
                <a:extLst>
                  <a:ext uri="{FF2B5EF4-FFF2-40B4-BE49-F238E27FC236}">
                    <a16:creationId xmlns:a16="http://schemas.microsoft.com/office/drawing/2014/main" id="{6B264F3F-78BD-524B-46C9-688C73FB33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07" name="Freeform 751">
                  <a:extLst>
                    <a:ext uri="{FF2B5EF4-FFF2-40B4-BE49-F238E27FC236}">
                      <a16:creationId xmlns:a16="http://schemas.microsoft.com/office/drawing/2014/main" id="{4113BDD6-D865-3DB7-AF4A-CA85D27AD5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608" name="Freeform 752">
                  <a:extLst>
                    <a:ext uri="{FF2B5EF4-FFF2-40B4-BE49-F238E27FC236}">
                      <a16:creationId xmlns:a16="http://schemas.microsoft.com/office/drawing/2014/main" id="{BF6F84F4-8B47-9897-E736-54AD733857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ZA"/>
                </a:p>
              </p:txBody>
            </p:sp>
          </p:grpSp>
          <p:sp>
            <p:nvSpPr>
              <p:cNvPr id="605" name="Line 753">
                <a:extLst>
                  <a:ext uri="{FF2B5EF4-FFF2-40B4-BE49-F238E27FC236}">
                    <a16:creationId xmlns:a16="http://schemas.microsoft.com/office/drawing/2014/main" id="{92C269AA-6B92-478F-BF4E-64D0BC0E9D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606" name="Line 754">
                <a:extLst>
                  <a:ext uri="{FF2B5EF4-FFF2-40B4-BE49-F238E27FC236}">
                    <a16:creationId xmlns:a16="http://schemas.microsoft.com/office/drawing/2014/main" id="{9FB9E26B-4F00-7932-7C5C-3A26AE7181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54" name="Group 764">
              <a:extLst>
                <a:ext uri="{FF2B5EF4-FFF2-40B4-BE49-F238E27FC236}">
                  <a16:creationId xmlns:a16="http://schemas.microsoft.com/office/drawing/2014/main" id="{CE2199FD-6B07-38F8-8410-F7956E77E9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9850" y="2393950"/>
              <a:ext cx="390525" cy="174625"/>
              <a:chOff x="4334" y="1470"/>
              <a:chExt cx="246" cy="107"/>
            </a:xfrm>
          </p:grpSpPr>
          <p:sp>
            <p:nvSpPr>
              <p:cNvPr id="593" name="Oval 407">
                <a:extLst>
                  <a:ext uri="{FF2B5EF4-FFF2-40B4-BE49-F238E27FC236}">
                    <a16:creationId xmlns:a16="http://schemas.microsoft.com/office/drawing/2014/main" id="{E89B18B1-FC3B-E1AB-85BB-F37115474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94" name="Rectangle 410">
                <a:extLst>
                  <a:ext uri="{FF2B5EF4-FFF2-40B4-BE49-F238E27FC236}">
                    <a16:creationId xmlns:a16="http://schemas.microsoft.com/office/drawing/2014/main" id="{AD78B1BA-0E02-A020-21FC-BABBADB72D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95" name="Oval 411">
                <a:extLst>
                  <a:ext uri="{FF2B5EF4-FFF2-40B4-BE49-F238E27FC236}">
                    <a16:creationId xmlns:a16="http://schemas.microsoft.com/office/drawing/2014/main" id="{E585E574-6439-F75C-1C1C-63DF28AC3A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96" name="Group 768">
                <a:extLst>
                  <a:ext uri="{FF2B5EF4-FFF2-40B4-BE49-F238E27FC236}">
                    <a16:creationId xmlns:a16="http://schemas.microsoft.com/office/drawing/2014/main" id="{370FD7AC-BD21-964D-053A-92DC616CEB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99" name="Freeform 769">
                  <a:extLst>
                    <a:ext uri="{FF2B5EF4-FFF2-40B4-BE49-F238E27FC236}">
                      <a16:creationId xmlns:a16="http://schemas.microsoft.com/office/drawing/2014/main" id="{1294BE76-2C02-9C03-E321-E0A9B1E651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600" name="Freeform 770">
                  <a:extLst>
                    <a:ext uri="{FF2B5EF4-FFF2-40B4-BE49-F238E27FC236}">
                      <a16:creationId xmlns:a16="http://schemas.microsoft.com/office/drawing/2014/main" id="{6E8A5250-D36A-A141-CF22-47D1CAC7EE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ZA"/>
                </a:p>
              </p:txBody>
            </p:sp>
          </p:grpSp>
          <p:sp>
            <p:nvSpPr>
              <p:cNvPr id="597" name="Line 771">
                <a:extLst>
                  <a:ext uri="{FF2B5EF4-FFF2-40B4-BE49-F238E27FC236}">
                    <a16:creationId xmlns:a16="http://schemas.microsoft.com/office/drawing/2014/main" id="{DBDB2FB6-B9E2-9B79-4513-536F5B16F0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598" name="Line 772">
                <a:extLst>
                  <a:ext uri="{FF2B5EF4-FFF2-40B4-BE49-F238E27FC236}">
                    <a16:creationId xmlns:a16="http://schemas.microsoft.com/office/drawing/2014/main" id="{564056E3-8A2A-C892-D9C9-DD949B191C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55" name="Line 782">
              <a:extLst>
                <a:ext uri="{FF2B5EF4-FFF2-40B4-BE49-F238E27FC236}">
                  <a16:creationId xmlns:a16="http://schemas.microsoft.com/office/drawing/2014/main" id="{632A22E2-4D68-1E6B-2BA3-BC69B6CA0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7788" y="3743325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56" name="Group 801">
              <a:extLst>
                <a:ext uri="{FF2B5EF4-FFF2-40B4-BE49-F238E27FC236}">
                  <a16:creationId xmlns:a16="http://schemas.microsoft.com/office/drawing/2014/main" id="{F1CCDF6D-BC03-E42A-DFA4-3D9DF33346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1425" y="4806950"/>
              <a:ext cx="622300" cy="244475"/>
              <a:chOff x="4334" y="1470"/>
              <a:chExt cx="246" cy="107"/>
            </a:xfrm>
          </p:grpSpPr>
          <p:sp>
            <p:nvSpPr>
              <p:cNvPr id="585" name="Oval 407">
                <a:extLst>
                  <a:ext uri="{FF2B5EF4-FFF2-40B4-BE49-F238E27FC236}">
                    <a16:creationId xmlns:a16="http://schemas.microsoft.com/office/drawing/2014/main" id="{E82F8B60-80D1-94C3-82CE-FFEBBA9A5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6" name="Rectangle 410">
                <a:extLst>
                  <a:ext uri="{FF2B5EF4-FFF2-40B4-BE49-F238E27FC236}">
                    <a16:creationId xmlns:a16="http://schemas.microsoft.com/office/drawing/2014/main" id="{0F8B0AEE-A6F4-604B-B272-83C22D7255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7" name="Oval 411">
                <a:extLst>
                  <a:ext uri="{FF2B5EF4-FFF2-40B4-BE49-F238E27FC236}">
                    <a16:creationId xmlns:a16="http://schemas.microsoft.com/office/drawing/2014/main" id="{2D7A8281-06B6-1D1B-23F5-EFAA432866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88" name="Group 805">
                <a:extLst>
                  <a:ext uri="{FF2B5EF4-FFF2-40B4-BE49-F238E27FC236}">
                    <a16:creationId xmlns:a16="http://schemas.microsoft.com/office/drawing/2014/main" id="{D76B0968-4AE7-06B1-D39D-0D1A14A566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91" name="Freeform 806">
                  <a:extLst>
                    <a:ext uri="{FF2B5EF4-FFF2-40B4-BE49-F238E27FC236}">
                      <a16:creationId xmlns:a16="http://schemas.microsoft.com/office/drawing/2014/main" id="{FECF7A46-F4E5-1CBB-E4BC-E136DE7431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592" name="Freeform 807">
                  <a:extLst>
                    <a:ext uri="{FF2B5EF4-FFF2-40B4-BE49-F238E27FC236}">
                      <a16:creationId xmlns:a16="http://schemas.microsoft.com/office/drawing/2014/main" id="{4DF5F301-C1D9-A573-16DC-31F18D93FB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ZA"/>
                </a:p>
              </p:txBody>
            </p:sp>
          </p:grpSp>
          <p:sp>
            <p:nvSpPr>
              <p:cNvPr id="589" name="Line 808">
                <a:extLst>
                  <a:ext uri="{FF2B5EF4-FFF2-40B4-BE49-F238E27FC236}">
                    <a16:creationId xmlns:a16="http://schemas.microsoft.com/office/drawing/2014/main" id="{10016BEB-2121-DD53-F3FB-2A6ED14C97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590" name="Line 809">
                <a:extLst>
                  <a:ext uri="{FF2B5EF4-FFF2-40B4-BE49-F238E27FC236}">
                    <a16:creationId xmlns:a16="http://schemas.microsoft.com/office/drawing/2014/main" id="{03FF09FC-1E9C-F497-3041-0FAD909175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57" name="Group 810">
              <a:extLst>
                <a:ext uri="{FF2B5EF4-FFF2-40B4-BE49-F238E27FC236}">
                  <a16:creationId xmlns:a16="http://schemas.microsoft.com/office/drawing/2014/main" id="{FE9989E8-26C8-D7E9-5AD8-A4A1D8F1FB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65950" y="4508500"/>
              <a:ext cx="622300" cy="244475"/>
              <a:chOff x="4334" y="1470"/>
              <a:chExt cx="246" cy="107"/>
            </a:xfrm>
          </p:grpSpPr>
          <p:sp>
            <p:nvSpPr>
              <p:cNvPr id="577" name="Oval 407">
                <a:extLst>
                  <a:ext uri="{FF2B5EF4-FFF2-40B4-BE49-F238E27FC236}">
                    <a16:creationId xmlns:a16="http://schemas.microsoft.com/office/drawing/2014/main" id="{E24AF9DF-F7CA-F241-894D-BA3BF95D59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8" name="Rectangle 410">
                <a:extLst>
                  <a:ext uri="{FF2B5EF4-FFF2-40B4-BE49-F238E27FC236}">
                    <a16:creationId xmlns:a16="http://schemas.microsoft.com/office/drawing/2014/main" id="{95A10329-E95C-E6A3-525E-7933BEDDE0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9" name="Oval 411">
                <a:extLst>
                  <a:ext uri="{FF2B5EF4-FFF2-40B4-BE49-F238E27FC236}">
                    <a16:creationId xmlns:a16="http://schemas.microsoft.com/office/drawing/2014/main" id="{0B61CBF8-D830-BF29-56C4-FF9692BFB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80" name="Group 814">
                <a:extLst>
                  <a:ext uri="{FF2B5EF4-FFF2-40B4-BE49-F238E27FC236}">
                    <a16:creationId xmlns:a16="http://schemas.microsoft.com/office/drawing/2014/main" id="{F6195708-3FDA-812F-5782-F9734DAD93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83" name="Freeform 815">
                  <a:extLst>
                    <a:ext uri="{FF2B5EF4-FFF2-40B4-BE49-F238E27FC236}">
                      <a16:creationId xmlns:a16="http://schemas.microsoft.com/office/drawing/2014/main" id="{F0E26785-B605-849C-7891-E6325DB6FD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584" name="Freeform 816">
                  <a:extLst>
                    <a:ext uri="{FF2B5EF4-FFF2-40B4-BE49-F238E27FC236}">
                      <a16:creationId xmlns:a16="http://schemas.microsoft.com/office/drawing/2014/main" id="{6A8B7F92-A76E-198C-4B63-B8E3BCF3BE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ZA"/>
                </a:p>
              </p:txBody>
            </p:sp>
          </p:grpSp>
          <p:sp>
            <p:nvSpPr>
              <p:cNvPr id="581" name="Line 817">
                <a:extLst>
                  <a:ext uri="{FF2B5EF4-FFF2-40B4-BE49-F238E27FC236}">
                    <a16:creationId xmlns:a16="http://schemas.microsoft.com/office/drawing/2014/main" id="{E7CDA0AF-E058-AEF0-6D62-1059D952BD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582" name="Line 818">
                <a:extLst>
                  <a:ext uri="{FF2B5EF4-FFF2-40B4-BE49-F238E27FC236}">
                    <a16:creationId xmlns:a16="http://schemas.microsoft.com/office/drawing/2014/main" id="{9FB77702-48A3-4C6B-CDCD-217213E423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58" name="Group 819">
              <a:extLst>
                <a:ext uri="{FF2B5EF4-FFF2-40B4-BE49-F238E27FC236}">
                  <a16:creationId xmlns:a16="http://schemas.microsoft.com/office/drawing/2014/main" id="{1F417D3F-3F34-BE88-270A-19222F76A3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2050" y="4851400"/>
              <a:ext cx="622300" cy="244475"/>
              <a:chOff x="4334" y="1470"/>
              <a:chExt cx="246" cy="107"/>
            </a:xfrm>
          </p:grpSpPr>
          <p:sp>
            <p:nvSpPr>
              <p:cNvPr id="569" name="Oval 407">
                <a:extLst>
                  <a:ext uri="{FF2B5EF4-FFF2-40B4-BE49-F238E27FC236}">
                    <a16:creationId xmlns:a16="http://schemas.microsoft.com/office/drawing/2014/main" id="{973E45DE-0239-04BD-4340-C5046F29F3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0" name="Rectangle 410">
                <a:extLst>
                  <a:ext uri="{FF2B5EF4-FFF2-40B4-BE49-F238E27FC236}">
                    <a16:creationId xmlns:a16="http://schemas.microsoft.com/office/drawing/2014/main" id="{DE7D8CEB-33BD-C69A-C14A-DD982EBB88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1" name="Oval 411">
                <a:extLst>
                  <a:ext uri="{FF2B5EF4-FFF2-40B4-BE49-F238E27FC236}">
                    <a16:creationId xmlns:a16="http://schemas.microsoft.com/office/drawing/2014/main" id="{8F68A879-A29E-1559-060E-3C4DD153CB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72" name="Group 823">
                <a:extLst>
                  <a:ext uri="{FF2B5EF4-FFF2-40B4-BE49-F238E27FC236}">
                    <a16:creationId xmlns:a16="http://schemas.microsoft.com/office/drawing/2014/main" id="{0EB03596-C58C-FCF2-68FE-A709B066F1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75" name="Freeform 824">
                  <a:extLst>
                    <a:ext uri="{FF2B5EF4-FFF2-40B4-BE49-F238E27FC236}">
                      <a16:creationId xmlns:a16="http://schemas.microsoft.com/office/drawing/2014/main" id="{85589349-F3F0-CEF7-03D1-E5E4B74F44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576" name="Freeform 825">
                  <a:extLst>
                    <a:ext uri="{FF2B5EF4-FFF2-40B4-BE49-F238E27FC236}">
                      <a16:creationId xmlns:a16="http://schemas.microsoft.com/office/drawing/2014/main" id="{43E7F3E3-800D-AF51-D20A-B75199C597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ZA"/>
                </a:p>
              </p:txBody>
            </p:sp>
          </p:grpSp>
          <p:sp>
            <p:nvSpPr>
              <p:cNvPr id="573" name="Line 826">
                <a:extLst>
                  <a:ext uri="{FF2B5EF4-FFF2-40B4-BE49-F238E27FC236}">
                    <a16:creationId xmlns:a16="http://schemas.microsoft.com/office/drawing/2014/main" id="{9444F81B-4E9B-B2E2-A480-2E6420C62A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574" name="Line 827">
                <a:extLst>
                  <a:ext uri="{FF2B5EF4-FFF2-40B4-BE49-F238E27FC236}">
                    <a16:creationId xmlns:a16="http://schemas.microsoft.com/office/drawing/2014/main" id="{FEB9A80C-B651-F2F0-A5E5-8B35BA9ADD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59" name="Group 828">
              <a:extLst>
                <a:ext uri="{FF2B5EF4-FFF2-40B4-BE49-F238E27FC236}">
                  <a16:creationId xmlns:a16="http://schemas.microsoft.com/office/drawing/2014/main" id="{911ADD53-9FB1-5D9A-4D90-181C9F8A81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1550" y="3644900"/>
              <a:ext cx="390525" cy="171450"/>
              <a:chOff x="4334" y="1470"/>
              <a:chExt cx="246" cy="107"/>
            </a:xfrm>
          </p:grpSpPr>
          <p:sp>
            <p:nvSpPr>
              <p:cNvPr id="561" name="Oval 407">
                <a:extLst>
                  <a:ext uri="{FF2B5EF4-FFF2-40B4-BE49-F238E27FC236}">
                    <a16:creationId xmlns:a16="http://schemas.microsoft.com/office/drawing/2014/main" id="{C8A2EE56-6B13-F777-8698-10C380D7CC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2" name="Rectangle 410">
                <a:extLst>
                  <a:ext uri="{FF2B5EF4-FFF2-40B4-BE49-F238E27FC236}">
                    <a16:creationId xmlns:a16="http://schemas.microsoft.com/office/drawing/2014/main" id="{BF536BBA-0B18-7AB3-E173-2446543619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" name="Oval 411">
                <a:extLst>
                  <a:ext uri="{FF2B5EF4-FFF2-40B4-BE49-F238E27FC236}">
                    <a16:creationId xmlns:a16="http://schemas.microsoft.com/office/drawing/2014/main" id="{E0215AA5-BF8B-473B-39BC-1F9B7E92AD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64" name="Group 832">
                <a:extLst>
                  <a:ext uri="{FF2B5EF4-FFF2-40B4-BE49-F238E27FC236}">
                    <a16:creationId xmlns:a16="http://schemas.microsoft.com/office/drawing/2014/main" id="{4B1FD242-920F-CD77-69E2-E8B9EFE45F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67" name="Freeform 833">
                  <a:extLst>
                    <a:ext uri="{FF2B5EF4-FFF2-40B4-BE49-F238E27FC236}">
                      <a16:creationId xmlns:a16="http://schemas.microsoft.com/office/drawing/2014/main" id="{B122A90A-4A8E-4847-4076-C74CF02602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568" name="Freeform 834">
                  <a:extLst>
                    <a:ext uri="{FF2B5EF4-FFF2-40B4-BE49-F238E27FC236}">
                      <a16:creationId xmlns:a16="http://schemas.microsoft.com/office/drawing/2014/main" id="{BEB35831-C240-E0AD-4A1A-B7CA5089C4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ZA"/>
                </a:p>
              </p:txBody>
            </p:sp>
          </p:grpSp>
          <p:sp>
            <p:nvSpPr>
              <p:cNvPr id="565" name="Line 835">
                <a:extLst>
                  <a:ext uri="{FF2B5EF4-FFF2-40B4-BE49-F238E27FC236}">
                    <a16:creationId xmlns:a16="http://schemas.microsoft.com/office/drawing/2014/main" id="{95D803BF-C062-DFBE-3452-8644EF3F3D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566" name="Line 836">
                <a:extLst>
                  <a:ext uri="{FF2B5EF4-FFF2-40B4-BE49-F238E27FC236}">
                    <a16:creationId xmlns:a16="http://schemas.microsoft.com/office/drawing/2014/main" id="{4E094F0F-52C5-76B8-7A84-D2F0A8D7EA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9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60" name="Group 846">
              <a:extLst>
                <a:ext uri="{FF2B5EF4-FFF2-40B4-BE49-F238E27FC236}">
                  <a16:creationId xmlns:a16="http://schemas.microsoft.com/office/drawing/2014/main" id="{E9C141B9-55A0-8268-4258-F6D6951C62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38863" y="1989138"/>
              <a:ext cx="282575" cy="477837"/>
              <a:chOff x="3748" y="1253"/>
              <a:chExt cx="178" cy="301"/>
            </a:xfrm>
          </p:grpSpPr>
          <p:sp>
            <p:nvSpPr>
              <p:cNvPr id="545" name="Line 270">
                <a:extLst>
                  <a:ext uri="{FF2B5EF4-FFF2-40B4-BE49-F238E27FC236}">
                    <a16:creationId xmlns:a16="http://schemas.microsoft.com/office/drawing/2014/main" id="{E997E91C-3DA1-1D19-FD71-E2FF3AD2EE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8" y="1276"/>
                <a:ext cx="89" cy="25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ZA"/>
              </a:p>
            </p:txBody>
          </p:sp>
          <p:sp>
            <p:nvSpPr>
              <p:cNvPr id="546" name="Line 271">
                <a:extLst>
                  <a:ext uri="{FF2B5EF4-FFF2-40B4-BE49-F238E27FC236}">
                    <a16:creationId xmlns:a16="http://schemas.microsoft.com/office/drawing/2014/main" id="{AE437CA8-E418-41A9-1A2C-BF8554599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7" y="1276"/>
                <a:ext cx="89" cy="25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ZA"/>
              </a:p>
            </p:txBody>
          </p:sp>
          <p:sp>
            <p:nvSpPr>
              <p:cNvPr id="547" name="Line 272">
                <a:extLst>
                  <a:ext uri="{FF2B5EF4-FFF2-40B4-BE49-F238E27FC236}">
                    <a16:creationId xmlns:a16="http://schemas.microsoft.com/office/drawing/2014/main" id="{E971A25A-BE83-D91D-52F7-3947E4299B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8" y="1527"/>
                <a:ext cx="89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ZA"/>
              </a:p>
            </p:txBody>
          </p:sp>
          <p:sp>
            <p:nvSpPr>
              <p:cNvPr id="548" name="Line 273">
                <a:extLst>
                  <a:ext uri="{FF2B5EF4-FFF2-40B4-BE49-F238E27FC236}">
                    <a16:creationId xmlns:a16="http://schemas.microsoft.com/office/drawing/2014/main" id="{96DCF50F-A01E-CD94-EECF-AB821CAA1F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37" y="1527"/>
                <a:ext cx="89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ZA"/>
              </a:p>
            </p:txBody>
          </p:sp>
          <p:sp>
            <p:nvSpPr>
              <p:cNvPr id="549" name="Line 274">
                <a:extLst>
                  <a:ext uri="{FF2B5EF4-FFF2-40B4-BE49-F238E27FC236}">
                    <a16:creationId xmlns:a16="http://schemas.microsoft.com/office/drawing/2014/main" id="{4DBDF699-72EE-B6AC-80C6-9CAE369F0C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7" y="1282"/>
                <a:ext cx="0" cy="2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ZA"/>
              </a:p>
            </p:txBody>
          </p:sp>
          <p:sp>
            <p:nvSpPr>
              <p:cNvPr id="550" name="Line 275">
                <a:extLst>
                  <a:ext uri="{FF2B5EF4-FFF2-40B4-BE49-F238E27FC236}">
                    <a16:creationId xmlns:a16="http://schemas.microsoft.com/office/drawing/2014/main" id="{6243DCE4-5311-88D7-09A2-03A83152C7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48" y="1501"/>
                <a:ext cx="89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ZA"/>
              </a:p>
            </p:txBody>
          </p:sp>
          <p:sp>
            <p:nvSpPr>
              <p:cNvPr id="551" name="Line 276">
                <a:extLst>
                  <a:ext uri="{FF2B5EF4-FFF2-40B4-BE49-F238E27FC236}">
                    <a16:creationId xmlns:a16="http://schemas.microsoft.com/office/drawing/2014/main" id="{08EDD83C-9B05-F272-2622-3ED9E220C6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37" y="1501"/>
                <a:ext cx="89" cy="2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ZA"/>
              </a:p>
            </p:txBody>
          </p:sp>
          <p:sp>
            <p:nvSpPr>
              <p:cNvPr id="552" name="Line 277">
                <a:extLst>
                  <a:ext uri="{FF2B5EF4-FFF2-40B4-BE49-F238E27FC236}">
                    <a16:creationId xmlns:a16="http://schemas.microsoft.com/office/drawing/2014/main" id="{EFCD7DF3-3D1A-BEF5-CAEB-F8B5D9EE4B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6" y="1418"/>
                <a:ext cx="51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ZA"/>
              </a:p>
            </p:txBody>
          </p:sp>
          <p:sp>
            <p:nvSpPr>
              <p:cNvPr id="553" name="Line 278">
                <a:extLst>
                  <a:ext uri="{FF2B5EF4-FFF2-40B4-BE49-F238E27FC236}">
                    <a16:creationId xmlns:a16="http://schemas.microsoft.com/office/drawing/2014/main" id="{D9654615-9A24-1A1A-5380-4F50597575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37" y="1418"/>
                <a:ext cx="54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ZA"/>
              </a:p>
            </p:txBody>
          </p:sp>
          <p:sp>
            <p:nvSpPr>
              <p:cNvPr id="554" name="Line 279">
                <a:extLst>
                  <a:ext uri="{FF2B5EF4-FFF2-40B4-BE49-F238E27FC236}">
                    <a16:creationId xmlns:a16="http://schemas.microsoft.com/office/drawing/2014/main" id="{3617965C-EAAB-6ED4-8B03-F80FBDE015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8" y="1455"/>
                <a:ext cx="66" cy="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ZA"/>
              </a:p>
            </p:txBody>
          </p:sp>
          <p:sp>
            <p:nvSpPr>
              <p:cNvPr id="555" name="Line 280">
                <a:extLst>
                  <a:ext uri="{FF2B5EF4-FFF2-40B4-BE49-F238E27FC236}">
                    <a16:creationId xmlns:a16="http://schemas.microsoft.com/office/drawing/2014/main" id="{972A7436-BA93-3815-AD58-4B833A685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37" y="1461"/>
                <a:ext cx="66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ZA"/>
              </a:p>
            </p:txBody>
          </p:sp>
          <p:sp>
            <p:nvSpPr>
              <p:cNvPr id="556" name="Line 281">
                <a:extLst>
                  <a:ext uri="{FF2B5EF4-FFF2-40B4-BE49-F238E27FC236}">
                    <a16:creationId xmlns:a16="http://schemas.microsoft.com/office/drawing/2014/main" id="{B2D07668-D15D-F8F2-DB5E-F1807E133F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37" y="1381"/>
                <a:ext cx="34" cy="1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ZA"/>
              </a:p>
            </p:txBody>
          </p:sp>
          <p:sp>
            <p:nvSpPr>
              <p:cNvPr id="557" name="Line 282">
                <a:extLst>
                  <a:ext uri="{FF2B5EF4-FFF2-40B4-BE49-F238E27FC236}">
                    <a16:creationId xmlns:a16="http://schemas.microsoft.com/office/drawing/2014/main" id="{B0C9A635-F0C0-4A8B-2190-598878AD1D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37" y="1329"/>
                <a:ext cx="21" cy="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ZA"/>
              </a:p>
            </p:txBody>
          </p:sp>
          <p:sp>
            <p:nvSpPr>
              <p:cNvPr id="558" name="Line 283">
                <a:extLst>
                  <a:ext uri="{FF2B5EF4-FFF2-40B4-BE49-F238E27FC236}">
                    <a16:creationId xmlns:a16="http://schemas.microsoft.com/office/drawing/2014/main" id="{F74A145C-350F-F426-F50F-18064B5353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8" y="1377"/>
                <a:ext cx="42" cy="1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ZA"/>
              </a:p>
            </p:txBody>
          </p:sp>
          <p:sp>
            <p:nvSpPr>
              <p:cNvPr id="559" name="Line 284">
                <a:extLst>
                  <a:ext uri="{FF2B5EF4-FFF2-40B4-BE49-F238E27FC236}">
                    <a16:creationId xmlns:a16="http://schemas.microsoft.com/office/drawing/2014/main" id="{69061128-393E-3360-3555-99EA51271D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7" y="1327"/>
                <a:ext cx="24" cy="1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ZA"/>
              </a:p>
            </p:txBody>
          </p:sp>
          <p:sp>
            <p:nvSpPr>
              <p:cNvPr id="560" name="Oval 862">
                <a:extLst>
                  <a:ext uri="{FF2B5EF4-FFF2-40B4-BE49-F238E27FC236}">
                    <a16:creationId xmlns:a16="http://schemas.microsoft.com/office/drawing/2014/main" id="{BC214FAE-BCE9-79F4-97A5-8C6BFFB529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1" y="1253"/>
                <a:ext cx="30" cy="2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pic>
          <p:nvPicPr>
            <p:cNvPr id="61" name="Picture 915" descr="access_point_stylized_small">
              <a:extLst>
                <a:ext uri="{FF2B5EF4-FFF2-40B4-BE49-F238E27FC236}">
                  <a16:creationId xmlns:a16="http://schemas.microsoft.com/office/drawing/2014/main" id="{8281A131-B8F0-E11C-23BA-4056D61EDD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59625" y="5056188"/>
              <a:ext cx="433388" cy="363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" name="Line 918">
              <a:extLst>
                <a:ext uri="{FF2B5EF4-FFF2-40B4-BE49-F238E27FC236}">
                  <a16:creationId xmlns:a16="http://schemas.microsoft.com/office/drawing/2014/main" id="{580DBF2B-1D8F-0A72-CA3D-7C9430BABFF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ZA"/>
            </a:p>
          </p:txBody>
        </p:sp>
        <p:grpSp>
          <p:nvGrpSpPr>
            <p:cNvPr id="63" name="Group 919">
              <a:extLst>
                <a:ext uri="{FF2B5EF4-FFF2-40B4-BE49-F238E27FC236}">
                  <a16:creationId xmlns:a16="http://schemas.microsoft.com/office/drawing/2014/main" id="{0861E18B-4706-C26F-CDE3-B8F9EB72E16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775325" y="4533900"/>
              <a:ext cx="414338" cy="373063"/>
              <a:chOff x="2839" y="3501"/>
              <a:chExt cx="755" cy="803"/>
            </a:xfrm>
          </p:grpSpPr>
          <p:pic>
            <p:nvPicPr>
              <p:cNvPr id="543" name="Picture 920" descr="desktop_computer_stylized_medium">
                <a:extLst>
                  <a:ext uri="{FF2B5EF4-FFF2-40B4-BE49-F238E27FC236}">
                    <a16:creationId xmlns:a16="http://schemas.microsoft.com/office/drawing/2014/main" id="{0BE5E0AB-4A3B-5B88-310D-62DFD97EC5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4" name="Freeform 921">
                <a:extLst>
                  <a:ext uri="{FF2B5EF4-FFF2-40B4-BE49-F238E27FC236}">
                    <a16:creationId xmlns:a16="http://schemas.microsoft.com/office/drawing/2014/main" id="{E96D4B3A-C84D-B08E-1D74-DCE383CE2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ZA"/>
              </a:p>
            </p:txBody>
          </p:sp>
        </p:grpSp>
        <p:grpSp>
          <p:nvGrpSpPr>
            <p:cNvPr id="64" name="Group 922">
              <a:extLst>
                <a:ext uri="{FF2B5EF4-FFF2-40B4-BE49-F238E27FC236}">
                  <a16:creationId xmlns:a16="http://schemas.microsoft.com/office/drawing/2014/main" id="{67E4E89D-639E-9EDD-647A-44B352F2BE3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541" name="Picture 923" descr="desktop_computer_stylized_medium">
                <a:extLst>
                  <a:ext uri="{FF2B5EF4-FFF2-40B4-BE49-F238E27FC236}">
                    <a16:creationId xmlns:a16="http://schemas.microsoft.com/office/drawing/2014/main" id="{302AD215-6199-70B2-502F-2F89E8E267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2" name="Freeform 924">
                <a:extLst>
                  <a:ext uri="{FF2B5EF4-FFF2-40B4-BE49-F238E27FC236}">
                    <a16:creationId xmlns:a16="http://schemas.microsoft.com/office/drawing/2014/main" id="{83572630-A224-5093-DD7C-E3065DC50E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ZA"/>
              </a:p>
            </p:txBody>
          </p:sp>
        </p:grpSp>
        <p:grpSp>
          <p:nvGrpSpPr>
            <p:cNvPr id="65" name="Group 925">
              <a:extLst>
                <a:ext uri="{FF2B5EF4-FFF2-40B4-BE49-F238E27FC236}">
                  <a16:creationId xmlns:a16="http://schemas.microsoft.com/office/drawing/2014/main" id="{521B07DE-A861-AB13-BFDF-C520914AB05E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539" name="Picture 926" descr="desktop_computer_stylized_medium">
                <a:extLst>
                  <a:ext uri="{FF2B5EF4-FFF2-40B4-BE49-F238E27FC236}">
                    <a16:creationId xmlns:a16="http://schemas.microsoft.com/office/drawing/2014/main" id="{7C766936-FEDC-F1CF-183C-9D4F4632A7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0" name="Freeform 927">
                <a:extLst>
                  <a:ext uri="{FF2B5EF4-FFF2-40B4-BE49-F238E27FC236}">
                    <a16:creationId xmlns:a16="http://schemas.microsoft.com/office/drawing/2014/main" id="{518BCD96-8382-D26A-E073-6135620D8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ZA"/>
              </a:p>
            </p:txBody>
          </p:sp>
        </p:grpSp>
        <p:grpSp>
          <p:nvGrpSpPr>
            <p:cNvPr id="66" name="Group 928">
              <a:extLst>
                <a:ext uri="{FF2B5EF4-FFF2-40B4-BE49-F238E27FC236}">
                  <a16:creationId xmlns:a16="http://schemas.microsoft.com/office/drawing/2014/main" id="{9B9290ED-2EE4-54EB-5C7F-AFB495B194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0025" y="5238750"/>
              <a:ext cx="427038" cy="350838"/>
              <a:chOff x="2839" y="3501"/>
              <a:chExt cx="755" cy="803"/>
            </a:xfrm>
          </p:grpSpPr>
          <p:pic>
            <p:nvPicPr>
              <p:cNvPr id="537" name="Picture 929" descr="desktop_computer_stylized_medium">
                <a:extLst>
                  <a:ext uri="{FF2B5EF4-FFF2-40B4-BE49-F238E27FC236}">
                    <a16:creationId xmlns:a16="http://schemas.microsoft.com/office/drawing/2014/main" id="{565F2424-CC74-A78D-2897-B929A1B0EB7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38" name="Freeform 930">
                <a:extLst>
                  <a:ext uri="{FF2B5EF4-FFF2-40B4-BE49-F238E27FC236}">
                    <a16:creationId xmlns:a16="http://schemas.microsoft.com/office/drawing/2014/main" id="{81B16D58-9984-EEC6-2DFC-CCD1D5C115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ZA"/>
              </a:p>
            </p:txBody>
          </p:sp>
        </p:grpSp>
        <p:pic>
          <p:nvPicPr>
            <p:cNvPr id="67" name="Picture 933" descr="iphone_stylized_small">
              <a:extLst>
                <a:ext uri="{FF2B5EF4-FFF2-40B4-BE49-F238E27FC236}">
                  <a16:creationId xmlns:a16="http://schemas.microsoft.com/office/drawing/2014/main" id="{3B27BD63-CFCE-5348-F0C0-65E39FE054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3010" y="1604047"/>
              <a:ext cx="136841" cy="327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" name="Picture 934" descr="antenna_radiation_stylized">
              <a:extLst>
                <a:ext uri="{FF2B5EF4-FFF2-40B4-BE49-F238E27FC236}">
                  <a16:creationId xmlns:a16="http://schemas.microsoft.com/office/drawing/2014/main" id="{EBF8216C-4145-86B9-9AA6-849AD7EAD6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163" y="1558925"/>
              <a:ext cx="415925" cy="88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9" name="Picture 936" descr="access_point_stylized_small">
              <a:extLst>
                <a:ext uri="{FF2B5EF4-FFF2-40B4-BE49-F238E27FC236}">
                  <a16:creationId xmlns:a16="http://schemas.microsoft.com/office/drawing/2014/main" id="{F645896F-9769-94FE-322B-D03B222BE7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4388" y="5057775"/>
              <a:ext cx="4127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70" name="Group 938">
              <a:extLst>
                <a:ext uri="{FF2B5EF4-FFF2-40B4-BE49-F238E27FC236}">
                  <a16:creationId xmlns:a16="http://schemas.microsoft.com/office/drawing/2014/main" id="{0837F156-FCDA-035C-E889-4A144CDF6A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2"/>
              <a:chOff x="4140" y="429"/>
              <a:chExt cx="1425" cy="2396"/>
            </a:xfrm>
          </p:grpSpPr>
          <p:sp>
            <p:nvSpPr>
              <p:cNvPr id="505" name="Freeform 939">
                <a:extLst>
                  <a:ext uri="{FF2B5EF4-FFF2-40B4-BE49-F238E27FC236}">
                    <a16:creationId xmlns:a16="http://schemas.microsoft.com/office/drawing/2014/main" id="{32074ADE-E825-E26A-F5B6-C7ED4FBC97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506" name="Rectangle 940">
                <a:extLst>
                  <a:ext uri="{FF2B5EF4-FFF2-40B4-BE49-F238E27FC236}">
                    <a16:creationId xmlns:a16="http://schemas.microsoft.com/office/drawing/2014/main" id="{3287B6C6-FE3D-6CEE-7F06-A92DB05F2D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07" name="Freeform 941">
                <a:extLst>
                  <a:ext uri="{FF2B5EF4-FFF2-40B4-BE49-F238E27FC236}">
                    <a16:creationId xmlns:a16="http://schemas.microsoft.com/office/drawing/2014/main" id="{9EACEFD8-7D08-9AD1-8EFC-4647D2EA32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508" name="Freeform 942">
                <a:extLst>
                  <a:ext uri="{FF2B5EF4-FFF2-40B4-BE49-F238E27FC236}">
                    <a16:creationId xmlns:a16="http://schemas.microsoft.com/office/drawing/2014/main" id="{2947F8B7-ED60-06D7-26D8-D87FA1E372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509" name="Rectangle 943">
                <a:extLst>
                  <a:ext uri="{FF2B5EF4-FFF2-40B4-BE49-F238E27FC236}">
                    <a16:creationId xmlns:a16="http://schemas.microsoft.com/office/drawing/2014/main" id="{1A6F68D5-F122-ECBA-8CB5-9F97A72C06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510" name="Group 944">
                <a:extLst>
                  <a:ext uri="{FF2B5EF4-FFF2-40B4-BE49-F238E27FC236}">
                    <a16:creationId xmlns:a16="http://schemas.microsoft.com/office/drawing/2014/main" id="{62B64957-45C5-99B5-375F-96E5AD68A4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535" name="AutoShape 945">
                  <a:extLst>
                    <a:ext uri="{FF2B5EF4-FFF2-40B4-BE49-F238E27FC236}">
                      <a16:creationId xmlns:a16="http://schemas.microsoft.com/office/drawing/2014/main" id="{E01A0FF2-264A-C293-CE67-6075A66E7A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36" name="AutoShape 946">
                  <a:extLst>
                    <a:ext uri="{FF2B5EF4-FFF2-40B4-BE49-F238E27FC236}">
                      <a16:creationId xmlns:a16="http://schemas.microsoft.com/office/drawing/2014/main" id="{F8AA8AAF-A2B7-AD19-75FA-7DEAA8D9FA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511" name="Rectangle 947">
                <a:extLst>
                  <a:ext uri="{FF2B5EF4-FFF2-40B4-BE49-F238E27FC236}">
                    <a16:creationId xmlns:a16="http://schemas.microsoft.com/office/drawing/2014/main" id="{41082412-909A-230B-53F8-412E6E681B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512" name="Group 948">
                <a:extLst>
                  <a:ext uri="{FF2B5EF4-FFF2-40B4-BE49-F238E27FC236}">
                    <a16:creationId xmlns:a16="http://schemas.microsoft.com/office/drawing/2014/main" id="{FFABF23A-6080-92FC-56E8-7B5138DF84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533" name="AutoShape 949">
                  <a:extLst>
                    <a:ext uri="{FF2B5EF4-FFF2-40B4-BE49-F238E27FC236}">
                      <a16:creationId xmlns:a16="http://schemas.microsoft.com/office/drawing/2014/main" id="{98D2145B-A166-BED4-AD3F-902F4178B6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34" name="AutoShape 950">
                  <a:extLst>
                    <a:ext uri="{FF2B5EF4-FFF2-40B4-BE49-F238E27FC236}">
                      <a16:creationId xmlns:a16="http://schemas.microsoft.com/office/drawing/2014/main" id="{AF153AFA-2FE9-50C3-DC54-06267F3337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513" name="Rectangle 951">
                <a:extLst>
                  <a:ext uri="{FF2B5EF4-FFF2-40B4-BE49-F238E27FC236}">
                    <a16:creationId xmlns:a16="http://schemas.microsoft.com/office/drawing/2014/main" id="{DA6CB6AD-4B4F-5D7F-0666-AE585776CC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14" name="Rectangle 952">
                <a:extLst>
                  <a:ext uri="{FF2B5EF4-FFF2-40B4-BE49-F238E27FC236}">
                    <a16:creationId xmlns:a16="http://schemas.microsoft.com/office/drawing/2014/main" id="{C4BFC081-AF14-D8C3-0FEC-CCD8619395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515" name="Group 953">
                <a:extLst>
                  <a:ext uri="{FF2B5EF4-FFF2-40B4-BE49-F238E27FC236}">
                    <a16:creationId xmlns:a16="http://schemas.microsoft.com/office/drawing/2014/main" id="{3F958888-B09F-EA4B-32A8-E16376946A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531" name="AutoShape 954">
                  <a:extLst>
                    <a:ext uri="{FF2B5EF4-FFF2-40B4-BE49-F238E27FC236}">
                      <a16:creationId xmlns:a16="http://schemas.microsoft.com/office/drawing/2014/main" id="{1857DA88-8589-8F44-0E40-DC5A6C9CC7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32" name="AutoShape 955">
                  <a:extLst>
                    <a:ext uri="{FF2B5EF4-FFF2-40B4-BE49-F238E27FC236}">
                      <a16:creationId xmlns:a16="http://schemas.microsoft.com/office/drawing/2014/main" id="{476773C2-6339-DB82-8A84-6914F2C16E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516" name="Freeform 956">
                <a:extLst>
                  <a:ext uri="{FF2B5EF4-FFF2-40B4-BE49-F238E27FC236}">
                    <a16:creationId xmlns:a16="http://schemas.microsoft.com/office/drawing/2014/main" id="{73BA3A88-932F-1E9B-3380-1549B468D2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grpSp>
            <p:nvGrpSpPr>
              <p:cNvPr id="517" name="Group 957">
                <a:extLst>
                  <a:ext uri="{FF2B5EF4-FFF2-40B4-BE49-F238E27FC236}">
                    <a16:creationId xmlns:a16="http://schemas.microsoft.com/office/drawing/2014/main" id="{048E296B-E229-5FD2-56FE-259E455367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29" name="AutoShape 958">
                  <a:extLst>
                    <a:ext uri="{FF2B5EF4-FFF2-40B4-BE49-F238E27FC236}">
                      <a16:creationId xmlns:a16="http://schemas.microsoft.com/office/drawing/2014/main" id="{2C41BC2C-A21F-139A-AB19-9AF8CC4EC3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30" name="AutoShape 959">
                  <a:extLst>
                    <a:ext uri="{FF2B5EF4-FFF2-40B4-BE49-F238E27FC236}">
                      <a16:creationId xmlns:a16="http://schemas.microsoft.com/office/drawing/2014/main" id="{D7BEEA0C-0022-F1CA-2373-53A89FCA5B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518" name="Rectangle 960">
                <a:extLst>
                  <a:ext uri="{FF2B5EF4-FFF2-40B4-BE49-F238E27FC236}">
                    <a16:creationId xmlns:a16="http://schemas.microsoft.com/office/drawing/2014/main" id="{5514F880-62CF-9E77-D412-D88B43E39B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19" name="Freeform 961">
                <a:extLst>
                  <a:ext uri="{FF2B5EF4-FFF2-40B4-BE49-F238E27FC236}">
                    <a16:creationId xmlns:a16="http://schemas.microsoft.com/office/drawing/2014/main" id="{84501B6C-353E-11B3-3D31-1D078DB1CA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520" name="Freeform 962">
                <a:extLst>
                  <a:ext uri="{FF2B5EF4-FFF2-40B4-BE49-F238E27FC236}">
                    <a16:creationId xmlns:a16="http://schemas.microsoft.com/office/drawing/2014/main" id="{4F5F0165-9F75-399E-5A61-B2F939CC51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521" name="Oval 963">
                <a:extLst>
                  <a:ext uri="{FF2B5EF4-FFF2-40B4-BE49-F238E27FC236}">
                    <a16:creationId xmlns:a16="http://schemas.microsoft.com/office/drawing/2014/main" id="{DDB8F95B-2C88-C741-8D48-ED682345A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22" name="Freeform 964">
                <a:extLst>
                  <a:ext uri="{FF2B5EF4-FFF2-40B4-BE49-F238E27FC236}">
                    <a16:creationId xmlns:a16="http://schemas.microsoft.com/office/drawing/2014/main" id="{BBB942B7-18FD-B711-30B3-9E69F87774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523" name="AutoShape 965">
                <a:extLst>
                  <a:ext uri="{FF2B5EF4-FFF2-40B4-BE49-F238E27FC236}">
                    <a16:creationId xmlns:a16="http://schemas.microsoft.com/office/drawing/2014/main" id="{421C8018-85FF-5FF0-18F6-CBE020372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24" name="AutoShape 966">
                <a:extLst>
                  <a:ext uri="{FF2B5EF4-FFF2-40B4-BE49-F238E27FC236}">
                    <a16:creationId xmlns:a16="http://schemas.microsoft.com/office/drawing/2014/main" id="{C3E035AC-655A-4B53-AC1F-443A8BD41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25" name="Oval 967">
                <a:extLst>
                  <a:ext uri="{FF2B5EF4-FFF2-40B4-BE49-F238E27FC236}">
                    <a16:creationId xmlns:a16="http://schemas.microsoft.com/office/drawing/2014/main" id="{07514494-0258-F785-CC56-342002C52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26" name="Oval 968">
                <a:extLst>
                  <a:ext uri="{FF2B5EF4-FFF2-40B4-BE49-F238E27FC236}">
                    <a16:creationId xmlns:a16="http://schemas.microsoft.com/office/drawing/2014/main" id="{ED073D40-4CCD-8174-3A9E-6846B19AEB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527" name="Oval 969">
                <a:extLst>
                  <a:ext uri="{FF2B5EF4-FFF2-40B4-BE49-F238E27FC236}">
                    <a16:creationId xmlns:a16="http://schemas.microsoft.com/office/drawing/2014/main" id="{33A34E57-3D51-F0EC-5685-186E7EA034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28" name="Rectangle 970">
                <a:extLst>
                  <a:ext uri="{FF2B5EF4-FFF2-40B4-BE49-F238E27FC236}">
                    <a16:creationId xmlns:a16="http://schemas.microsoft.com/office/drawing/2014/main" id="{93224C9A-5E3F-B1BF-E86F-8AEDEA7525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71" name="Group 971">
              <a:extLst>
                <a:ext uri="{FF2B5EF4-FFF2-40B4-BE49-F238E27FC236}">
                  <a16:creationId xmlns:a16="http://schemas.microsoft.com/office/drawing/2014/main" id="{2C36EC71-7079-8AB7-024B-448C08841F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4800" y="5303838"/>
              <a:ext cx="227013" cy="481012"/>
              <a:chOff x="4140" y="429"/>
              <a:chExt cx="1425" cy="2396"/>
            </a:xfrm>
          </p:grpSpPr>
          <p:sp>
            <p:nvSpPr>
              <p:cNvPr id="473" name="Freeform 972">
                <a:extLst>
                  <a:ext uri="{FF2B5EF4-FFF2-40B4-BE49-F238E27FC236}">
                    <a16:creationId xmlns:a16="http://schemas.microsoft.com/office/drawing/2014/main" id="{AEE92ACA-2A6E-7513-5840-8340B9905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74" name="Rectangle 973">
                <a:extLst>
                  <a:ext uri="{FF2B5EF4-FFF2-40B4-BE49-F238E27FC236}">
                    <a16:creationId xmlns:a16="http://schemas.microsoft.com/office/drawing/2014/main" id="{3AB54B5C-93F7-7A57-2325-FFB65D7DE9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75" name="Freeform 974">
                <a:extLst>
                  <a:ext uri="{FF2B5EF4-FFF2-40B4-BE49-F238E27FC236}">
                    <a16:creationId xmlns:a16="http://schemas.microsoft.com/office/drawing/2014/main" id="{AC6DC4BB-161F-750A-F29A-4EE0E0CF09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76" name="Freeform 975">
                <a:extLst>
                  <a:ext uri="{FF2B5EF4-FFF2-40B4-BE49-F238E27FC236}">
                    <a16:creationId xmlns:a16="http://schemas.microsoft.com/office/drawing/2014/main" id="{8D9AA9E8-45BB-A00C-EAA3-A0C75FCBA1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77" name="Rectangle 976">
                <a:extLst>
                  <a:ext uri="{FF2B5EF4-FFF2-40B4-BE49-F238E27FC236}">
                    <a16:creationId xmlns:a16="http://schemas.microsoft.com/office/drawing/2014/main" id="{C77A6554-54CE-431A-DFB2-CAE08E58F8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478" name="Group 977">
                <a:extLst>
                  <a:ext uri="{FF2B5EF4-FFF2-40B4-BE49-F238E27FC236}">
                    <a16:creationId xmlns:a16="http://schemas.microsoft.com/office/drawing/2014/main" id="{3AB404EC-F36D-2E49-7281-83B6435A8C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503" name="AutoShape 978">
                  <a:extLst>
                    <a:ext uri="{FF2B5EF4-FFF2-40B4-BE49-F238E27FC236}">
                      <a16:creationId xmlns:a16="http://schemas.microsoft.com/office/drawing/2014/main" id="{568702AD-C641-D68C-B617-52BBDBF77A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04" name="AutoShape 979">
                  <a:extLst>
                    <a:ext uri="{FF2B5EF4-FFF2-40B4-BE49-F238E27FC236}">
                      <a16:creationId xmlns:a16="http://schemas.microsoft.com/office/drawing/2014/main" id="{A2D8D79A-1892-26AE-07B3-D4B7AE70C2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479" name="Rectangle 980">
                <a:extLst>
                  <a:ext uri="{FF2B5EF4-FFF2-40B4-BE49-F238E27FC236}">
                    <a16:creationId xmlns:a16="http://schemas.microsoft.com/office/drawing/2014/main" id="{AE67ECB3-1FEE-C7C8-42C8-924FE288EA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480" name="Group 981">
                <a:extLst>
                  <a:ext uri="{FF2B5EF4-FFF2-40B4-BE49-F238E27FC236}">
                    <a16:creationId xmlns:a16="http://schemas.microsoft.com/office/drawing/2014/main" id="{C4320E45-BCB5-802C-A152-6C5AA38B93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501" name="AutoShape 982">
                  <a:extLst>
                    <a:ext uri="{FF2B5EF4-FFF2-40B4-BE49-F238E27FC236}">
                      <a16:creationId xmlns:a16="http://schemas.microsoft.com/office/drawing/2014/main" id="{84F6765D-3CC3-5A3F-E3BC-43A384A388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02" name="AutoShape 983">
                  <a:extLst>
                    <a:ext uri="{FF2B5EF4-FFF2-40B4-BE49-F238E27FC236}">
                      <a16:creationId xmlns:a16="http://schemas.microsoft.com/office/drawing/2014/main" id="{31416456-AB33-1A69-CAD2-ACACBEFD9B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481" name="Rectangle 984">
                <a:extLst>
                  <a:ext uri="{FF2B5EF4-FFF2-40B4-BE49-F238E27FC236}">
                    <a16:creationId xmlns:a16="http://schemas.microsoft.com/office/drawing/2014/main" id="{D238EC64-8F7F-CF2D-D1AE-B852E9676A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82" name="Rectangle 985">
                <a:extLst>
                  <a:ext uri="{FF2B5EF4-FFF2-40B4-BE49-F238E27FC236}">
                    <a16:creationId xmlns:a16="http://schemas.microsoft.com/office/drawing/2014/main" id="{470AEB48-92EA-1F90-4683-E09D3E7ED6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483" name="Group 986">
                <a:extLst>
                  <a:ext uri="{FF2B5EF4-FFF2-40B4-BE49-F238E27FC236}">
                    <a16:creationId xmlns:a16="http://schemas.microsoft.com/office/drawing/2014/main" id="{89C115A0-D26E-64EE-34F7-8793A88DC3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99" name="AutoShape 987">
                  <a:extLst>
                    <a:ext uri="{FF2B5EF4-FFF2-40B4-BE49-F238E27FC236}">
                      <a16:creationId xmlns:a16="http://schemas.microsoft.com/office/drawing/2014/main" id="{5927212C-E2B3-4BC1-E4D9-33E72CE583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00" name="AutoShape 988">
                  <a:extLst>
                    <a:ext uri="{FF2B5EF4-FFF2-40B4-BE49-F238E27FC236}">
                      <a16:creationId xmlns:a16="http://schemas.microsoft.com/office/drawing/2014/main" id="{84CE1466-6267-E503-EEDE-C69E263FC9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484" name="Freeform 989">
                <a:extLst>
                  <a:ext uri="{FF2B5EF4-FFF2-40B4-BE49-F238E27FC236}">
                    <a16:creationId xmlns:a16="http://schemas.microsoft.com/office/drawing/2014/main" id="{DD7DDE5D-3256-B2A4-559B-E8C1C1B3A0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grpSp>
            <p:nvGrpSpPr>
              <p:cNvPr id="485" name="Group 990">
                <a:extLst>
                  <a:ext uri="{FF2B5EF4-FFF2-40B4-BE49-F238E27FC236}">
                    <a16:creationId xmlns:a16="http://schemas.microsoft.com/office/drawing/2014/main" id="{4440C8C5-7317-5782-BA60-56AE05A6D8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97" name="AutoShape 991">
                  <a:extLst>
                    <a:ext uri="{FF2B5EF4-FFF2-40B4-BE49-F238E27FC236}">
                      <a16:creationId xmlns:a16="http://schemas.microsoft.com/office/drawing/2014/main" id="{5B9F7DE2-EF2B-D53B-3C1C-F14E50263D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498" name="AutoShape 992">
                  <a:extLst>
                    <a:ext uri="{FF2B5EF4-FFF2-40B4-BE49-F238E27FC236}">
                      <a16:creationId xmlns:a16="http://schemas.microsoft.com/office/drawing/2014/main" id="{F4DA11E3-5B1A-6339-E4A3-AD17F95BFE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486" name="Rectangle 993">
                <a:extLst>
                  <a:ext uri="{FF2B5EF4-FFF2-40B4-BE49-F238E27FC236}">
                    <a16:creationId xmlns:a16="http://schemas.microsoft.com/office/drawing/2014/main" id="{061CDFC8-6606-5265-9D57-6A5D127338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87" name="Freeform 994">
                <a:extLst>
                  <a:ext uri="{FF2B5EF4-FFF2-40B4-BE49-F238E27FC236}">
                    <a16:creationId xmlns:a16="http://schemas.microsoft.com/office/drawing/2014/main" id="{548506A7-E363-1CBE-E379-8845AA74C0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88" name="Freeform 995">
                <a:extLst>
                  <a:ext uri="{FF2B5EF4-FFF2-40B4-BE49-F238E27FC236}">
                    <a16:creationId xmlns:a16="http://schemas.microsoft.com/office/drawing/2014/main" id="{B2D16489-7756-0248-6401-71A2D9E23D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89" name="Oval 996">
                <a:extLst>
                  <a:ext uri="{FF2B5EF4-FFF2-40B4-BE49-F238E27FC236}">
                    <a16:creationId xmlns:a16="http://schemas.microsoft.com/office/drawing/2014/main" id="{7FA2A739-2819-8E29-BB40-403828CD9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90" name="Freeform 997">
                <a:extLst>
                  <a:ext uri="{FF2B5EF4-FFF2-40B4-BE49-F238E27FC236}">
                    <a16:creationId xmlns:a16="http://schemas.microsoft.com/office/drawing/2014/main" id="{F3CB9D21-950E-A813-5946-AEFF897AE1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91" name="AutoShape 998">
                <a:extLst>
                  <a:ext uri="{FF2B5EF4-FFF2-40B4-BE49-F238E27FC236}">
                    <a16:creationId xmlns:a16="http://schemas.microsoft.com/office/drawing/2014/main" id="{1914FA27-AAB9-D758-B38D-EE85CD9E9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92" name="AutoShape 999">
                <a:extLst>
                  <a:ext uri="{FF2B5EF4-FFF2-40B4-BE49-F238E27FC236}">
                    <a16:creationId xmlns:a16="http://schemas.microsoft.com/office/drawing/2014/main" id="{0E905275-9C3C-662A-A6C9-F0EA4C700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93" name="Oval 1000">
                <a:extLst>
                  <a:ext uri="{FF2B5EF4-FFF2-40B4-BE49-F238E27FC236}">
                    <a16:creationId xmlns:a16="http://schemas.microsoft.com/office/drawing/2014/main" id="{6561A924-3CF3-CF73-C71C-E3672D006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94" name="Oval 1001">
                <a:extLst>
                  <a:ext uri="{FF2B5EF4-FFF2-40B4-BE49-F238E27FC236}">
                    <a16:creationId xmlns:a16="http://schemas.microsoft.com/office/drawing/2014/main" id="{68D4DD57-E83B-B071-B247-513651661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495" name="Oval 1002">
                <a:extLst>
                  <a:ext uri="{FF2B5EF4-FFF2-40B4-BE49-F238E27FC236}">
                    <a16:creationId xmlns:a16="http://schemas.microsoft.com/office/drawing/2014/main" id="{B5EC2052-5F8D-8959-A857-D147A2AD08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96" name="Rectangle 1003">
                <a:extLst>
                  <a:ext uri="{FF2B5EF4-FFF2-40B4-BE49-F238E27FC236}">
                    <a16:creationId xmlns:a16="http://schemas.microsoft.com/office/drawing/2014/main" id="{35465F83-0BE8-4D52-B00A-1780B5B7DD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pic>
          <p:nvPicPr>
            <p:cNvPr id="72" name="Picture 1005" descr="antenna_stylized">
              <a:extLst>
                <a:ext uri="{FF2B5EF4-FFF2-40B4-BE49-F238E27FC236}">
                  <a16:creationId xmlns:a16="http://schemas.microsoft.com/office/drawing/2014/main" id="{097CF011-7B1B-E08C-E2B6-02A88FB6CB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2250" y="2043113"/>
              <a:ext cx="530703" cy="223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" name="Picture 1006" descr="laptop_keyboard">
              <a:extLst>
                <a:ext uri="{FF2B5EF4-FFF2-40B4-BE49-F238E27FC236}">
                  <a16:creationId xmlns:a16="http://schemas.microsoft.com/office/drawing/2014/main" id="{568F87F6-93D8-9403-57D2-0CBE5D6845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5327957" y="2291590"/>
              <a:ext cx="437222" cy="159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" name="Freeform 1007">
              <a:extLst>
                <a:ext uri="{FF2B5EF4-FFF2-40B4-BE49-F238E27FC236}">
                  <a16:creationId xmlns:a16="http://schemas.microsoft.com/office/drawing/2014/main" id="{BDA79FE2-4CD0-B1DF-2151-D448DA531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2854" y="2136804"/>
              <a:ext cx="351920" cy="208166"/>
            </a:xfrm>
            <a:custGeom>
              <a:avLst/>
              <a:gdLst>
                <a:gd name="T0" fmla="*/ 118 w 2982"/>
                <a:gd name="T1" fmla="*/ 0 h 2442"/>
                <a:gd name="T2" fmla="*/ 0 w 2982"/>
                <a:gd name="T3" fmla="*/ 85 h 2442"/>
                <a:gd name="T4" fmla="*/ 472 w 2982"/>
                <a:gd name="T5" fmla="*/ 85 h 2442"/>
                <a:gd name="T6" fmla="*/ 472 w 2982"/>
                <a:gd name="T7" fmla="*/ 85 h 2442"/>
                <a:gd name="T8" fmla="*/ 118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ZA"/>
            </a:p>
          </p:txBody>
        </p:sp>
        <p:pic>
          <p:nvPicPr>
            <p:cNvPr id="75" name="Picture 1008" descr="screen">
              <a:extLst>
                <a:ext uri="{FF2B5EF4-FFF2-40B4-BE49-F238E27FC236}">
                  <a16:creationId xmlns:a16="http://schemas.microsoft.com/office/drawing/2014/main" id="{C6BB05FB-D5B1-D28B-5CD1-F97258EC5C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0187" y="2142157"/>
              <a:ext cx="319785" cy="189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Freeform 1009">
              <a:extLst>
                <a:ext uri="{FF2B5EF4-FFF2-40B4-BE49-F238E27FC236}">
                  <a16:creationId xmlns:a16="http://schemas.microsoft.com/office/drawing/2014/main" id="{4464F3A5-1731-4ADD-4242-88C292B3A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6928" y="2130663"/>
              <a:ext cx="298168" cy="38736"/>
            </a:xfrm>
            <a:custGeom>
              <a:avLst/>
              <a:gdLst>
                <a:gd name="T0" fmla="*/ 118 w 2528"/>
                <a:gd name="T1" fmla="*/ 0 h 455"/>
                <a:gd name="T2" fmla="*/ 472 w 2528"/>
                <a:gd name="T3" fmla="*/ 85 h 455"/>
                <a:gd name="T4" fmla="*/ 472 w 2528"/>
                <a:gd name="T5" fmla="*/ 85 h 455"/>
                <a:gd name="T6" fmla="*/ 0 w 2528"/>
                <a:gd name="T7" fmla="*/ 85 h 455"/>
                <a:gd name="T8" fmla="*/ 11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77" name="Freeform 1010">
              <a:extLst>
                <a:ext uri="{FF2B5EF4-FFF2-40B4-BE49-F238E27FC236}">
                  <a16:creationId xmlns:a16="http://schemas.microsoft.com/office/drawing/2014/main" id="{EA4A2CB5-8EBD-9AB5-2114-10058AAB9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9738" y="2130348"/>
              <a:ext cx="82770" cy="161242"/>
            </a:xfrm>
            <a:custGeom>
              <a:avLst/>
              <a:gdLst>
                <a:gd name="T0" fmla="*/ 118 w 702"/>
                <a:gd name="T1" fmla="*/ 0 h 1893"/>
                <a:gd name="T2" fmla="*/ 0 w 702"/>
                <a:gd name="T3" fmla="*/ 85 h 1893"/>
                <a:gd name="T4" fmla="*/ 118 w 702"/>
                <a:gd name="T5" fmla="*/ 85 h 1893"/>
                <a:gd name="T6" fmla="*/ 118 w 702"/>
                <a:gd name="T7" fmla="*/ 85 h 1893"/>
                <a:gd name="T8" fmla="*/ 118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78" name="Freeform 1011">
              <a:extLst>
                <a:ext uri="{FF2B5EF4-FFF2-40B4-BE49-F238E27FC236}">
                  <a16:creationId xmlns:a16="http://schemas.microsoft.com/office/drawing/2014/main" id="{4A4FF1CC-D66B-A1EC-1073-5A7931DFB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3756" y="2159163"/>
              <a:ext cx="89197" cy="186121"/>
            </a:xfrm>
            <a:custGeom>
              <a:avLst/>
              <a:gdLst>
                <a:gd name="T0" fmla="*/ 118 w 756"/>
                <a:gd name="T1" fmla="*/ 0 h 2184"/>
                <a:gd name="T2" fmla="*/ 118 w 756"/>
                <a:gd name="T3" fmla="*/ 85 h 2184"/>
                <a:gd name="T4" fmla="*/ 0 w 756"/>
                <a:gd name="T5" fmla="*/ 85 h 2184"/>
                <a:gd name="T6" fmla="*/ 118 w 756"/>
                <a:gd name="T7" fmla="*/ 85 h 2184"/>
                <a:gd name="T8" fmla="*/ 118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79" name="Freeform 1012">
              <a:extLst>
                <a:ext uri="{FF2B5EF4-FFF2-40B4-BE49-F238E27FC236}">
                  <a16:creationId xmlns:a16="http://schemas.microsoft.com/office/drawing/2014/main" id="{477D94DD-B8A4-72BE-1614-CA366F8BC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8764" y="2283402"/>
              <a:ext cx="327186" cy="62828"/>
            </a:xfrm>
            <a:custGeom>
              <a:avLst/>
              <a:gdLst>
                <a:gd name="T0" fmla="*/ 118 w 2773"/>
                <a:gd name="T1" fmla="*/ 0 h 738"/>
                <a:gd name="T2" fmla="*/ 0 w 2773"/>
                <a:gd name="T3" fmla="*/ 85 h 738"/>
                <a:gd name="T4" fmla="*/ 472 w 2773"/>
                <a:gd name="T5" fmla="*/ 85 h 738"/>
                <a:gd name="T6" fmla="*/ 472 w 2773"/>
                <a:gd name="T7" fmla="*/ 85 h 738"/>
                <a:gd name="T8" fmla="*/ 118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80" name="Freeform 1013">
              <a:extLst>
                <a:ext uri="{FF2B5EF4-FFF2-40B4-BE49-F238E27FC236}">
                  <a16:creationId xmlns:a16="http://schemas.microsoft.com/office/drawing/2014/main" id="{EF966AD9-1CCA-46B8-0B28-50043FB4DC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3689" y="2160738"/>
              <a:ext cx="83549" cy="186909"/>
            </a:xfrm>
            <a:custGeom>
              <a:avLst/>
              <a:gdLst>
                <a:gd name="T0" fmla="*/ 393 w 637"/>
                <a:gd name="T1" fmla="*/ 0 h 1659"/>
                <a:gd name="T2" fmla="*/ 393 w 637"/>
                <a:gd name="T3" fmla="*/ 0 h 1659"/>
                <a:gd name="T4" fmla="*/ 131 w 637"/>
                <a:gd name="T5" fmla="*/ 2366 h 1659"/>
                <a:gd name="T6" fmla="*/ 0 w 637"/>
                <a:gd name="T7" fmla="*/ 2366 h 1659"/>
                <a:gd name="T8" fmla="*/ 393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81" name="Freeform 1014">
              <a:extLst>
                <a:ext uri="{FF2B5EF4-FFF2-40B4-BE49-F238E27FC236}">
                  <a16:creationId xmlns:a16="http://schemas.microsoft.com/office/drawing/2014/main" id="{29696D8B-407E-D06F-0B42-A57381CE1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9154" y="2291747"/>
              <a:ext cx="290962" cy="62040"/>
            </a:xfrm>
            <a:custGeom>
              <a:avLst/>
              <a:gdLst>
                <a:gd name="T0" fmla="*/ 0 w 2216"/>
                <a:gd name="T1" fmla="*/ 0 h 550"/>
                <a:gd name="T2" fmla="*/ 131 w 2216"/>
                <a:gd name="T3" fmla="*/ 113 h 550"/>
                <a:gd name="T4" fmla="*/ 1707 w 2216"/>
                <a:gd name="T5" fmla="*/ 790 h 550"/>
                <a:gd name="T6" fmla="*/ 1707 w 2216"/>
                <a:gd name="T7" fmla="*/ 677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82" name="Group 1015">
              <a:extLst>
                <a:ext uri="{FF2B5EF4-FFF2-40B4-BE49-F238E27FC236}">
                  <a16:creationId xmlns:a16="http://schemas.microsoft.com/office/drawing/2014/main" id="{EA3A0880-EC5E-2AAD-CFBB-E3128325A8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64285" y="2358039"/>
              <a:ext cx="98740" cy="36846"/>
              <a:chOff x="1740" y="2642"/>
              <a:chExt cx="752" cy="327"/>
            </a:xfrm>
          </p:grpSpPr>
          <p:sp>
            <p:nvSpPr>
              <p:cNvPr id="467" name="Freeform 1016">
                <a:extLst>
                  <a:ext uri="{FF2B5EF4-FFF2-40B4-BE49-F238E27FC236}">
                    <a16:creationId xmlns:a16="http://schemas.microsoft.com/office/drawing/2014/main" id="{237F9F12-F3A1-923F-4A89-828C9ABDB4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68" name="Freeform 1017">
                <a:extLst>
                  <a:ext uri="{FF2B5EF4-FFF2-40B4-BE49-F238E27FC236}">
                    <a16:creationId xmlns:a16="http://schemas.microsoft.com/office/drawing/2014/main" id="{2B35E6C3-71DA-7608-293D-3F882469DC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69" name="Freeform 1018">
                <a:extLst>
                  <a:ext uri="{FF2B5EF4-FFF2-40B4-BE49-F238E27FC236}">
                    <a16:creationId xmlns:a16="http://schemas.microsoft.com/office/drawing/2014/main" id="{8E22C595-40D3-AEE5-0E7C-FE4EE18104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70" name="Freeform 1019">
                <a:extLst>
                  <a:ext uri="{FF2B5EF4-FFF2-40B4-BE49-F238E27FC236}">
                    <a16:creationId xmlns:a16="http://schemas.microsoft.com/office/drawing/2014/main" id="{AB23E668-E7FB-CE2E-6085-F83024066C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71" name="Freeform 1020">
                <a:extLst>
                  <a:ext uri="{FF2B5EF4-FFF2-40B4-BE49-F238E27FC236}">
                    <a16:creationId xmlns:a16="http://schemas.microsoft.com/office/drawing/2014/main" id="{658FE905-D914-29AB-465E-4E79A3617B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72" name="Freeform 1021">
                <a:extLst>
                  <a:ext uri="{FF2B5EF4-FFF2-40B4-BE49-F238E27FC236}">
                    <a16:creationId xmlns:a16="http://schemas.microsoft.com/office/drawing/2014/main" id="{58245CD6-CD2C-B3E1-84CC-EF626BA8E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83" name="Freeform 1022">
              <a:extLst>
                <a:ext uri="{FF2B5EF4-FFF2-40B4-BE49-F238E27FC236}">
                  <a16:creationId xmlns:a16="http://schemas.microsoft.com/office/drawing/2014/main" id="{FAC38879-A3A3-33C4-E21D-FF16F1D97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3331" y="2363550"/>
              <a:ext cx="119579" cy="80936"/>
            </a:xfrm>
            <a:custGeom>
              <a:avLst/>
              <a:gdLst>
                <a:gd name="T0" fmla="*/ 121 w 990"/>
                <a:gd name="T1" fmla="*/ 307 h 792"/>
                <a:gd name="T2" fmla="*/ 242 w 990"/>
                <a:gd name="T3" fmla="*/ 0 h 792"/>
                <a:gd name="T4" fmla="*/ 242 w 990"/>
                <a:gd name="T5" fmla="*/ 102 h 792"/>
                <a:gd name="T6" fmla="*/ 0 w 990"/>
                <a:gd name="T7" fmla="*/ 307 h 792"/>
                <a:gd name="T8" fmla="*/ 121 w 990"/>
                <a:gd name="T9" fmla="*/ 30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84" name="Freeform 1023">
              <a:extLst>
                <a:ext uri="{FF2B5EF4-FFF2-40B4-BE49-F238E27FC236}">
                  <a16:creationId xmlns:a16="http://schemas.microsoft.com/office/drawing/2014/main" id="{B9D24F88-6B52-2CBA-8332-FD2BFFADF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8152" y="2370006"/>
              <a:ext cx="305958" cy="73850"/>
            </a:xfrm>
            <a:custGeom>
              <a:avLst/>
              <a:gdLst>
                <a:gd name="T0" fmla="*/ 121 w 2532"/>
                <a:gd name="T1" fmla="*/ 0 h 723"/>
                <a:gd name="T2" fmla="*/ 121 w 2532"/>
                <a:gd name="T3" fmla="*/ 0 h 723"/>
                <a:gd name="T4" fmla="*/ 725 w 2532"/>
                <a:gd name="T5" fmla="*/ 306 h 723"/>
                <a:gd name="T6" fmla="*/ 725 w 2532"/>
                <a:gd name="T7" fmla="*/ 306 h 723"/>
                <a:gd name="T8" fmla="*/ 0 w 2532"/>
                <a:gd name="T9" fmla="*/ 102 h 723"/>
                <a:gd name="T10" fmla="*/ 12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85" name="Freeform 1024">
              <a:extLst>
                <a:ext uri="{FF2B5EF4-FFF2-40B4-BE49-F238E27FC236}">
                  <a16:creationId xmlns:a16="http://schemas.microsoft.com/office/drawing/2014/main" id="{97066E2C-9593-9B95-5BB9-C5D3ECF80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8347" y="2356465"/>
              <a:ext cx="3311" cy="14959"/>
            </a:xfrm>
            <a:custGeom>
              <a:avLst/>
              <a:gdLst>
                <a:gd name="T0" fmla="*/ 127 w 26"/>
                <a:gd name="T1" fmla="*/ 102 h 147"/>
                <a:gd name="T2" fmla="*/ 127 w 26"/>
                <a:gd name="T3" fmla="*/ 102 h 147"/>
                <a:gd name="T4" fmla="*/ 0 w 26"/>
                <a:gd name="T5" fmla="*/ 102 h 147"/>
                <a:gd name="T6" fmla="*/ 127 w 26"/>
                <a:gd name="T7" fmla="*/ 0 h 147"/>
                <a:gd name="T8" fmla="*/ 127 w 26"/>
                <a:gd name="T9" fmla="*/ 102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86" name="Freeform 1025">
              <a:extLst>
                <a:ext uri="{FF2B5EF4-FFF2-40B4-BE49-F238E27FC236}">
                  <a16:creationId xmlns:a16="http://schemas.microsoft.com/office/drawing/2014/main" id="{9FC5ED05-8298-C95A-B74F-DAC76CE7E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8542" y="2295526"/>
              <a:ext cx="142170" cy="61883"/>
            </a:xfrm>
            <a:custGeom>
              <a:avLst/>
              <a:gdLst>
                <a:gd name="T0" fmla="*/ 242 w 1176"/>
                <a:gd name="T1" fmla="*/ 0 h 606"/>
                <a:gd name="T2" fmla="*/ 0 w 1176"/>
                <a:gd name="T3" fmla="*/ 204 h 606"/>
                <a:gd name="T4" fmla="*/ 121 w 1176"/>
                <a:gd name="T5" fmla="*/ 204 h 606"/>
                <a:gd name="T6" fmla="*/ 242 w 1176"/>
                <a:gd name="T7" fmla="*/ 102 h 606"/>
                <a:gd name="T8" fmla="*/ 242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87" name="Freeform 1026">
              <a:extLst>
                <a:ext uri="{FF2B5EF4-FFF2-40B4-BE49-F238E27FC236}">
                  <a16:creationId xmlns:a16="http://schemas.microsoft.com/office/drawing/2014/main" id="{9D980250-21B7-1AC4-27DC-6C1BC5C54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8085" y="2359614"/>
              <a:ext cx="290183" cy="71016"/>
            </a:xfrm>
            <a:custGeom>
              <a:avLst/>
              <a:gdLst>
                <a:gd name="T0" fmla="*/ 115 w 2532"/>
                <a:gd name="T1" fmla="*/ 0 h 723"/>
                <a:gd name="T2" fmla="*/ 115 w 2532"/>
                <a:gd name="T3" fmla="*/ 0 h 723"/>
                <a:gd name="T4" fmla="*/ 229 w 2532"/>
                <a:gd name="T5" fmla="*/ 98 h 723"/>
                <a:gd name="T6" fmla="*/ 229 w 2532"/>
                <a:gd name="T7" fmla="*/ 98 h 723"/>
                <a:gd name="T8" fmla="*/ 0 w 2532"/>
                <a:gd name="T9" fmla="*/ 98 h 723"/>
                <a:gd name="T10" fmla="*/ 115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88" name="Freeform 1027">
              <a:extLst>
                <a:ext uri="{FF2B5EF4-FFF2-40B4-BE49-F238E27FC236}">
                  <a16:creationId xmlns:a16="http://schemas.microsoft.com/office/drawing/2014/main" id="{040CEACD-4A94-CB49-DD30-3E91CE014C7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627878" y="2354575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305 h 723"/>
                <a:gd name="T6" fmla="*/ 0 w 2532"/>
                <a:gd name="T7" fmla="*/ 305 h 723"/>
                <a:gd name="T8" fmla="*/ 0 w 2532"/>
                <a:gd name="T9" fmla="*/ 102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pic>
          <p:nvPicPr>
            <p:cNvPr id="89" name="Picture 1030" descr="laptop_keyboard">
              <a:extLst>
                <a:ext uri="{FF2B5EF4-FFF2-40B4-BE49-F238E27FC236}">
                  <a16:creationId xmlns:a16="http://schemas.microsoft.com/office/drawing/2014/main" id="{A1332B75-572E-F588-294B-B4D0BD06DE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6897688" y="5735638"/>
              <a:ext cx="388937" cy="158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" name="Freeform 1031">
              <a:extLst>
                <a:ext uri="{FF2B5EF4-FFF2-40B4-BE49-F238E27FC236}">
                  <a16:creationId xmlns:a16="http://schemas.microsoft.com/office/drawing/2014/main" id="{932A640D-FAC3-83C2-7499-E7D796F77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6275" y="5580063"/>
              <a:ext cx="312738" cy="207962"/>
            </a:xfrm>
            <a:custGeom>
              <a:avLst/>
              <a:gdLst>
                <a:gd name="T0" fmla="*/ 2147483647 w 2982"/>
                <a:gd name="T1" fmla="*/ 0 h 2442"/>
                <a:gd name="T2" fmla="*/ 0 w 2982"/>
                <a:gd name="T3" fmla="*/ 2147483647 h 2442"/>
                <a:gd name="T4" fmla="*/ 2147483647 w 2982"/>
                <a:gd name="T5" fmla="*/ 2147483647 h 2442"/>
                <a:gd name="T6" fmla="*/ 2147483647 w 2982"/>
                <a:gd name="T7" fmla="*/ 2147483647 h 2442"/>
                <a:gd name="T8" fmla="*/ 2147483647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ZA"/>
            </a:p>
          </p:txBody>
        </p:sp>
        <p:pic>
          <p:nvPicPr>
            <p:cNvPr id="91" name="Picture 1032" descr="screen">
              <a:extLst>
                <a:ext uri="{FF2B5EF4-FFF2-40B4-BE49-F238E27FC236}">
                  <a16:creationId xmlns:a16="http://schemas.microsoft.com/office/drawing/2014/main" id="{09B8A81E-A052-4341-1E27-A1C49B780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42150" y="5584825"/>
              <a:ext cx="284163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" name="Freeform 1033">
              <a:extLst>
                <a:ext uri="{FF2B5EF4-FFF2-40B4-BE49-F238E27FC236}">
                  <a16:creationId xmlns:a16="http://schemas.microsoft.com/office/drawing/2014/main" id="{CBD4E7BD-5325-8519-A1CA-9164FF6776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3425" y="5573713"/>
              <a:ext cx="265113" cy="39687"/>
            </a:xfrm>
            <a:custGeom>
              <a:avLst/>
              <a:gdLst>
                <a:gd name="T0" fmla="*/ 2147483647 w 2528"/>
                <a:gd name="T1" fmla="*/ 0 h 455"/>
                <a:gd name="T2" fmla="*/ 2147483647 w 2528"/>
                <a:gd name="T3" fmla="*/ 2147483647 h 455"/>
                <a:gd name="T4" fmla="*/ 2147483647 w 2528"/>
                <a:gd name="T5" fmla="*/ 2147483647 h 455"/>
                <a:gd name="T6" fmla="*/ 0 w 2528"/>
                <a:gd name="T7" fmla="*/ 2147483647 h 455"/>
                <a:gd name="T8" fmla="*/ 2147483647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93" name="Freeform 1034">
              <a:extLst>
                <a:ext uri="{FF2B5EF4-FFF2-40B4-BE49-F238E27FC236}">
                  <a16:creationId xmlns:a16="http://schemas.microsoft.com/office/drawing/2014/main" id="{3A86AE62-9FAB-F5CB-DEE2-204504E8E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688" y="5573713"/>
              <a:ext cx="73025" cy="161925"/>
            </a:xfrm>
            <a:custGeom>
              <a:avLst/>
              <a:gdLst>
                <a:gd name="T0" fmla="*/ 2147483647 w 702"/>
                <a:gd name="T1" fmla="*/ 0 h 1893"/>
                <a:gd name="T2" fmla="*/ 0 w 702"/>
                <a:gd name="T3" fmla="*/ 2147483647 h 1893"/>
                <a:gd name="T4" fmla="*/ 2147483647 w 702"/>
                <a:gd name="T5" fmla="*/ 2147483647 h 1893"/>
                <a:gd name="T6" fmla="*/ 2147483647 w 702"/>
                <a:gd name="T7" fmla="*/ 2147483647 h 1893"/>
                <a:gd name="T8" fmla="*/ 2147483647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94" name="Freeform 1035">
              <a:extLst>
                <a:ext uri="{FF2B5EF4-FFF2-40B4-BE49-F238E27FC236}">
                  <a16:creationId xmlns:a16="http://schemas.microsoft.com/office/drawing/2014/main" id="{C2379FEC-778D-1A01-E2A2-46F288C28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7575" y="5602288"/>
              <a:ext cx="79375" cy="185737"/>
            </a:xfrm>
            <a:custGeom>
              <a:avLst/>
              <a:gdLst>
                <a:gd name="T0" fmla="*/ 2147483647 w 756"/>
                <a:gd name="T1" fmla="*/ 0 h 2184"/>
                <a:gd name="T2" fmla="*/ 2147483647 w 756"/>
                <a:gd name="T3" fmla="*/ 2147483647 h 2184"/>
                <a:gd name="T4" fmla="*/ 0 w 756"/>
                <a:gd name="T5" fmla="*/ 2147483647 h 2184"/>
                <a:gd name="T6" fmla="*/ 2147483647 w 756"/>
                <a:gd name="T7" fmla="*/ 2147483647 h 2184"/>
                <a:gd name="T8" fmla="*/ 214748364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95" name="Freeform 1036">
              <a:extLst>
                <a:ext uri="{FF2B5EF4-FFF2-40B4-BE49-F238E27FC236}">
                  <a16:creationId xmlns:a16="http://schemas.microsoft.com/office/drawing/2014/main" id="{64FF3077-089F-4E74-7B38-8AAA2CA3E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3100" y="5726113"/>
              <a:ext cx="290513" cy="63500"/>
            </a:xfrm>
            <a:custGeom>
              <a:avLst/>
              <a:gdLst>
                <a:gd name="T0" fmla="*/ 2147483647 w 2773"/>
                <a:gd name="T1" fmla="*/ 0 h 738"/>
                <a:gd name="T2" fmla="*/ 0 w 2773"/>
                <a:gd name="T3" fmla="*/ 2147483647 h 738"/>
                <a:gd name="T4" fmla="*/ 2147483647 w 2773"/>
                <a:gd name="T5" fmla="*/ 2147483647 h 738"/>
                <a:gd name="T6" fmla="*/ 2147483647 w 2773"/>
                <a:gd name="T7" fmla="*/ 2147483647 h 738"/>
                <a:gd name="T8" fmla="*/ 2147483647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96" name="Freeform 1037">
              <a:extLst>
                <a:ext uri="{FF2B5EF4-FFF2-40B4-BE49-F238E27FC236}">
                  <a16:creationId xmlns:a16="http://schemas.microsoft.com/office/drawing/2014/main" id="{D958003E-C234-B50C-1638-2BB065DCC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5513" y="5603875"/>
              <a:ext cx="74612" cy="187325"/>
            </a:xfrm>
            <a:custGeom>
              <a:avLst/>
              <a:gdLst>
                <a:gd name="T0" fmla="*/ 2147483647 w 637"/>
                <a:gd name="T1" fmla="*/ 0 h 1659"/>
                <a:gd name="T2" fmla="*/ 2147483647 w 637"/>
                <a:gd name="T3" fmla="*/ 0 h 1659"/>
                <a:gd name="T4" fmla="*/ 2147483647 w 637"/>
                <a:gd name="T5" fmla="*/ 2147483647 h 1659"/>
                <a:gd name="T6" fmla="*/ 0 w 637"/>
                <a:gd name="T7" fmla="*/ 2147483647 h 1659"/>
                <a:gd name="T8" fmla="*/ 2147483647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97" name="Freeform 1038">
              <a:extLst>
                <a:ext uri="{FF2B5EF4-FFF2-40B4-BE49-F238E27FC236}">
                  <a16:creationId xmlns:a16="http://schemas.microsoft.com/office/drawing/2014/main" id="{292BBC3F-BF8C-A180-3A98-23757672A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3100" y="5735638"/>
              <a:ext cx="258763" cy="61912"/>
            </a:xfrm>
            <a:custGeom>
              <a:avLst/>
              <a:gdLst>
                <a:gd name="T0" fmla="*/ 0 w 2216"/>
                <a:gd name="T1" fmla="*/ 0 h 550"/>
                <a:gd name="T2" fmla="*/ 2147483647 w 2216"/>
                <a:gd name="T3" fmla="*/ 2147483647 h 550"/>
                <a:gd name="T4" fmla="*/ 2147483647 w 2216"/>
                <a:gd name="T5" fmla="*/ 2147483647 h 550"/>
                <a:gd name="T6" fmla="*/ 2147483647 w 2216"/>
                <a:gd name="T7" fmla="*/ 2147483647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98" name="Group 1039">
              <a:extLst>
                <a:ext uri="{FF2B5EF4-FFF2-40B4-BE49-F238E27FC236}">
                  <a16:creationId xmlns:a16="http://schemas.microsoft.com/office/drawing/2014/main" id="{92441A88-172E-8EFA-7B98-555AD8D77A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9925" y="5800725"/>
              <a:ext cx="87313" cy="38100"/>
              <a:chOff x="1740" y="2642"/>
              <a:chExt cx="752" cy="327"/>
            </a:xfrm>
          </p:grpSpPr>
          <p:sp>
            <p:nvSpPr>
              <p:cNvPr id="461" name="Freeform 1040">
                <a:extLst>
                  <a:ext uri="{FF2B5EF4-FFF2-40B4-BE49-F238E27FC236}">
                    <a16:creationId xmlns:a16="http://schemas.microsoft.com/office/drawing/2014/main" id="{0276D2AF-6A94-0188-E9C1-E9B0EA19D6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62" name="Freeform 1041">
                <a:extLst>
                  <a:ext uri="{FF2B5EF4-FFF2-40B4-BE49-F238E27FC236}">
                    <a16:creationId xmlns:a16="http://schemas.microsoft.com/office/drawing/2014/main" id="{C02092AA-9BAA-3E3C-A250-2375EC6067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63" name="Freeform 1042">
                <a:extLst>
                  <a:ext uri="{FF2B5EF4-FFF2-40B4-BE49-F238E27FC236}">
                    <a16:creationId xmlns:a16="http://schemas.microsoft.com/office/drawing/2014/main" id="{E709646B-627B-40A1-1F50-C8973F5781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64" name="Freeform 1043">
                <a:extLst>
                  <a:ext uri="{FF2B5EF4-FFF2-40B4-BE49-F238E27FC236}">
                    <a16:creationId xmlns:a16="http://schemas.microsoft.com/office/drawing/2014/main" id="{D437CA1C-48BA-8F3A-BB07-1734A443DC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65" name="Freeform 1044">
                <a:extLst>
                  <a:ext uri="{FF2B5EF4-FFF2-40B4-BE49-F238E27FC236}">
                    <a16:creationId xmlns:a16="http://schemas.microsoft.com/office/drawing/2014/main" id="{A354F175-0DF5-5454-2AEE-5E6930C25F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66" name="Freeform 1045">
                <a:extLst>
                  <a:ext uri="{FF2B5EF4-FFF2-40B4-BE49-F238E27FC236}">
                    <a16:creationId xmlns:a16="http://schemas.microsoft.com/office/drawing/2014/main" id="{58722485-278B-B4A6-1E04-82A9297072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99" name="Freeform 1046">
              <a:extLst>
                <a:ext uri="{FF2B5EF4-FFF2-40B4-BE49-F238E27FC236}">
                  <a16:creationId xmlns:a16="http://schemas.microsoft.com/office/drawing/2014/main" id="{50779DDC-BE49-B364-790D-2E7B9F078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9150" y="5807075"/>
              <a:ext cx="106363" cy="80963"/>
            </a:xfrm>
            <a:custGeom>
              <a:avLst/>
              <a:gdLst>
                <a:gd name="T0" fmla="*/ 2147483647 w 990"/>
                <a:gd name="T1" fmla="*/ 2147483647 h 792"/>
                <a:gd name="T2" fmla="*/ 2147483647 w 990"/>
                <a:gd name="T3" fmla="*/ 0 h 792"/>
                <a:gd name="T4" fmla="*/ 2147483647 w 990"/>
                <a:gd name="T5" fmla="*/ 2147483647 h 792"/>
                <a:gd name="T6" fmla="*/ 0 w 990"/>
                <a:gd name="T7" fmla="*/ 2147483647 h 792"/>
                <a:gd name="T8" fmla="*/ 2147483647 w 990"/>
                <a:gd name="T9" fmla="*/ 214748364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00" name="Freeform 1047">
              <a:extLst>
                <a:ext uri="{FF2B5EF4-FFF2-40B4-BE49-F238E27FC236}">
                  <a16:creationId xmlns:a16="http://schemas.microsoft.com/office/drawing/2014/main" id="{3786C8D8-FB3F-8AAB-4EC3-050AE2CB0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7688" y="5813425"/>
              <a:ext cx="271462" cy="73025"/>
            </a:xfrm>
            <a:custGeom>
              <a:avLst/>
              <a:gdLst>
                <a:gd name="T0" fmla="*/ 2147483647 w 2532"/>
                <a:gd name="T1" fmla="*/ 0 h 723"/>
                <a:gd name="T2" fmla="*/ 2147483647 w 2532"/>
                <a:gd name="T3" fmla="*/ 0 h 723"/>
                <a:gd name="T4" fmla="*/ 2147483647 w 2532"/>
                <a:gd name="T5" fmla="*/ 2147483647 h 723"/>
                <a:gd name="T6" fmla="*/ 2147483647 w 2532"/>
                <a:gd name="T7" fmla="*/ 2147483647 h 723"/>
                <a:gd name="T8" fmla="*/ 0 w 2532"/>
                <a:gd name="T9" fmla="*/ 2147483647 h 723"/>
                <a:gd name="T10" fmla="*/ 2147483647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01" name="Freeform 1048">
              <a:extLst>
                <a:ext uri="{FF2B5EF4-FFF2-40B4-BE49-F238E27FC236}">
                  <a16:creationId xmlns:a16="http://schemas.microsoft.com/office/drawing/2014/main" id="{080364ED-3B55-4BE7-388A-3C282492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9275" y="5799138"/>
              <a:ext cx="1588" cy="15875"/>
            </a:xfrm>
            <a:custGeom>
              <a:avLst/>
              <a:gdLst>
                <a:gd name="T0" fmla="*/ 2147483647 w 26"/>
                <a:gd name="T1" fmla="*/ 2147483647 h 147"/>
                <a:gd name="T2" fmla="*/ 2147483647 w 26"/>
                <a:gd name="T3" fmla="*/ 2147483647 h 147"/>
                <a:gd name="T4" fmla="*/ 0 w 26"/>
                <a:gd name="T5" fmla="*/ 2147483647 h 147"/>
                <a:gd name="T6" fmla="*/ 2147483647 w 26"/>
                <a:gd name="T7" fmla="*/ 0 h 147"/>
                <a:gd name="T8" fmla="*/ 2147483647 w 26"/>
                <a:gd name="T9" fmla="*/ 2147483647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02" name="Freeform 1049">
              <a:extLst>
                <a:ext uri="{FF2B5EF4-FFF2-40B4-BE49-F238E27FC236}">
                  <a16:creationId xmlns:a16="http://schemas.microsoft.com/office/drawing/2014/main" id="{D96C9216-FAC1-7CC4-7D1C-AA031A857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9275" y="5738813"/>
              <a:ext cx="125413" cy="61912"/>
            </a:xfrm>
            <a:custGeom>
              <a:avLst/>
              <a:gdLst>
                <a:gd name="T0" fmla="*/ 2147483647 w 1176"/>
                <a:gd name="T1" fmla="*/ 0 h 606"/>
                <a:gd name="T2" fmla="*/ 0 w 1176"/>
                <a:gd name="T3" fmla="*/ 2147483647 h 606"/>
                <a:gd name="T4" fmla="*/ 2147483647 w 1176"/>
                <a:gd name="T5" fmla="*/ 2147483647 h 606"/>
                <a:gd name="T6" fmla="*/ 2147483647 w 1176"/>
                <a:gd name="T7" fmla="*/ 2147483647 h 606"/>
                <a:gd name="T8" fmla="*/ 2147483647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03" name="Freeform 1050">
              <a:extLst>
                <a:ext uri="{FF2B5EF4-FFF2-40B4-BE49-F238E27FC236}">
                  <a16:creationId xmlns:a16="http://schemas.microsoft.com/office/drawing/2014/main" id="{36DF778E-B7B3-6871-65E2-4D08B3B703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7213" y="5802313"/>
              <a:ext cx="257175" cy="71437"/>
            </a:xfrm>
            <a:custGeom>
              <a:avLst/>
              <a:gdLst>
                <a:gd name="T0" fmla="*/ 2147483647 w 2532"/>
                <a:gd name="T1" fmla="*/ 0 h 723"/>
                <a:gd name="T2" fmla="*/ 2147483647 w 2532"/>
                <a:gd name="T3" fmla="*/ 0 h 723"/>
                <a:gd name="T4" fmla="*/ 2147483647 w 2532"/>
                <a:gd name="T5" fmla="*/ 2147483647 h 723"/>
                <a:gd name="T6" fmla="*/ 2147483647 w 2532"/>
                <a:gd name="T7" fmla="*/ 2147483647 h 723"/>
                <a:gd name="T8" fmla="*/ 0 w 2532"/>
                <a:gd name="T9" fmla="*/ 2147483647 h 723"/>
                <a:gd name="T10" fmla="*/ 2147483647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04" name="Freeform 1051">
              <a:extLst>
                <a:ext uri="{FF2B5EF4-FFF2-40B4-BE49-F238E27FC236}">
                  <a16:creationId xmlns:a16="http://schemas.microsoft.com/office/drawing/2014/main" id="{55A23B4C-3E6B-38D6-9A40-EC0F2B4F87C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164388" y="5797550"/>
              <a:ext cx="104775" cy="74613"/>
            </a:xfrm>
            <a:custGeom>
              <a:avLst/>
              <a:gdLst>
                <a:gd name="T0" fmla="*/ 2147483647 w 2532"/>
                <a:gd name="T1" fmla="*/ 0 h 723"/>
                <a:gd name="T2" fmla="*/ 2147483647 w 2532"/>
                <a:gd name="T3" fmla="*/ 0 h 723"/>
                <a:gd name="T4" fmla="*/ 2147483647 w 2532"/>
                <a:gd name="T5" fmla="*/ 2147483647 h 723"/>
                <a:gd name="T6" fmla="*/ 2147483647 w 2532"/>
                <a:gd name="T7" fmla="*/ 2147483647 h 723"/>
                <a:gd name="T8" fmla="*/ 0 w 2532"/>
                <a:gd name="T9" fmla="*/ 2147483647 h 723"/>
                <a:gd name="T10" fmla="*/ 2147483647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105" name="Group 2">
              <a:extLst>
                <a:ext uri="{FF2B5EF4-FFF2-40B4-BE49-F238E27FC236}">
                  <a16:creationId xmlns:a16="http://schemas.microsoft.com/office/drawing/2014/main" id="{EC841858-911F-B168-400B-A522250D52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07050" y="3182938"/>
              <a:ext cx="317500" cy="246062"/>
              <a:chOff x="5581650" y="3128963"/>
              <a:chExt cx="423863" cy="320675"/>
            </a:xfrm>
          </p:grpSpPr>
          <p:pic>
            <p:nvPicPr>
              <p:cNvPr id="439" name="Picture 1054" descr="laptop_keyboard">
                <a:extLst>
                  <a:ext uri="{FF2B5EF4-FFF2-40B4-BE49-F238E27FC236}">
                    <a16:creationId xmlns:a16="http://schemas.microsoft.com/office/drawing/2014/main" id="{D02ED325-1D16-03AC-6E0A-B586F9E3FBB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5581650" y="3290888"/>
                <a:ext cx="363538" cy="158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0" name="Freeform 1055">
                <a:extLst>
                  <a:ext uri="{FF2B5EF4-FFF2-40B4-BE49-F238E27FC236}">
                    <a16:creationId xmlns:a16="http://schemas.microsoft.com/office/drawing/2014/main" id="{CED7468F-FDEE-843E-2DF3-D09AA8EBAC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2300" y="3135313"/>
                <a:ext cx="292100" cy="207962"/>
              </a:xfrm>
              <a:custGeom>
                <a:avLst/>
                <a:gdLst>
                  <a:gd name="T0" fmla="*/ 2147483647 w 2982"/>
                  <a:gd name="T1" fmla="*/ 0 h 2442"/>
                  <a:gd name="T2" fmla="*/ 0 w 2982"/>
                  <a:gd name="T3" fmla="*/ 2147483647 h 2442"/>
                  <a:gd name="T4" fmla="*/ 2147483647 w 2982"/>
                  <a:gd name="T5" fmla="*/ 2147483647 h 2442"/>
                  <a:gd name="T6" fmla="*/ 2147483647 w 2982"/>
                  <a:gd name="T7" fmla="*/ 2147483647 h 2442"/>
                  <a:gd name="T8" fmla="*/ 2147483647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ZA"/>
              </a:p>
            </p:txBody>
          </p:sp>
          <p:pic>
            <p:nvPicPr>
              <p:cNvPr id="441" name="Picture 1056" descr="screen">
                <a:extLst>
                  <a:ext uri="{FF2B5EF4-FFF2-40B4-BE49-F238E27FC236}">
                    <a16:creationId xmlns:a16="http://schemas.microsoft.com/office/drawing/2014/main" id="{F0E0F4B5-FD2B-9CE3-D77D-2FDAE2B202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16588" y="3140075"/>
                <a:ext cx="266700" cy="190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2" name="Freeform 1057">
                <a:extLst>
                  <a:ext uri="{FF2B5EF4-FFF2-40B4-BE49-F238E27FC236}">
                    <a16:creationId xmlns:a16="http://schemas.microsoft.com/office/drawing/2014/main" id="{4F2A46DA-BA5F-F59F-5EF6-C662A8E557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6275" y="3128963"/>
                <a:ext cx="247650" cy="39687"/>
              </a:xfrm>
              <a:custGeom>
                <a:avLst/>
                <a:gdLst>
                  <a:gd name="T0" fmla="*/ 2147483647 w 2528"/>
                  <a:gd name="T1" fmla="*/ 0 h 455"/>
                  <a:gd name="T2" fmla="*/ 2147483647 w 2528"/>
                  <a:gd name="T3" fmla="*/ 2147483647 h 455"/>
                  <a:gd name="T4" fmla="*/ 2147483647 w 2528"/>
                  <a:gd name="T5" fmla="*/ 2147483647 h 455"/>
                  <a:gd name="T6" fmla="*/ 0 w 2528"/>
                  <a:gd name="T7" fmla="*/ 2147483647 h 455"/>
                  <a:gd name="T8" fmla="*/ 2147483647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43" name="Freeform 1058">
                <a:extLst>
                  <a:ext uri="{FF2B5EF4-FFF2-40B4-BE49-F238E27FC236}">
                    <a16:creationId xmlns:a16="http://schemas.microsoft.com/office/drawing/2014/main" id="{6EE94A6A-8987-A5EB-F66F-55CB9D4B38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0713" y="3128963"/>
                <a:ext cx="68262" cy="161925"/>
              </a:xfrm>
              <a:custGeom>
                <a:avLst/>
                <a:gdLst>
                  <a:gd name="T0" fmla="*/ 2147483647 w 702"/>
                  <a:gd name="T1" fmla="*/ 0 h 1893"/>
                  <a:gd name="T2" fmla="*/ 0 w 702"/>
                  <a:gd name="T3" fmla="*/ 2147483647 h 1893"/>
                  <a:gd name="T4" fmla="*/ 2147483647 w 702"/>
                  <a:gd name="T5" fmla="*/ 2147483647 h 1893"/>
                  <a:gd name="T6" fmla="*/ 2147483647 w 702"/>
                  <a:gd name="T7" fmla="*/ 2147483647 h 1893"/>
                  <a:gd name="T8" fmla="*/ 2147483647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44" name="Freeform 1059">
                <a:extLst>
                  <a:ext uri="{FF2B5EF4-FFF2-40B4-BE49-F238E27FC236}">
                    <a16:creationId xmlns:a16="http://schemas.microsoft.com/office/drawing/2014/main" id="{DC2B6EA8-9FFE-B6E8-C7B5-0E9238E248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27725" y="3157538"/>
                <a:ext cx="74613" cy="185737"/>
              </a:xfrm>
              <a:custGeom>
                <a:avLst/>
                <a:gdLst>
                  <a:gd name="T0" fmla="*/ 2147483647 w 756"/>
                  <a:gd name="T1" fmla="*/ 0 h 2184"/>
                  <a:gd name="T2" fmla="*/ 2147483647 w 756"/>
                  <a:gd name="T3" fmla="*/ 2147483647 h 2184"/>
                  <a:gd name="T4" fmla="*/ 0 w 756"/>
                  <a:gd name="T5" fmla="*/ 2147483647 h 2184"/>
                  <a:gd name="T6" fmla="*/ 2147483647 w 756"/>
                  <a:gd name="T7" fmla="*/ 2147483647 h 2184"/>
                  <a:gd name="T8" fmla="*/ 2147483647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45" name="Freeform 1060">
                <a:extLst>
                  <a:ext uri="{FF2B5EF4-FFF2-40B4-BE49-F238E27FC236}">
                    <a16:creationId xmlns:a16="http://schemas.microsoft.com/office/drawing/2014/main" id="{155DCE82-185A-3145-5BEB-00AB7C4D0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99125" y="3281363"/>
                <a:ext cx="271463" cy="63500"/>
              </a:xfrm>
              <a:custGeom>
                <a:avLst/>
                <a:gdLst>
                  <a:gd name="T0" fmla="*/ 2147483647 w 2773"/>
                  <a:gd name="T1" fmla="*/ 0 h 738"/>
                  <a:gd name="T2" fmla="*/ 0 w 2773"/>
                  <a:gd name="T3" fmla="*/ 2147483647 h 738"/>
                  <a:gd name="T4" fmla="*/ 2147483647 w 2773"/>
                  <a:gd name="T5" fmla="*/ 2147483647 h 738"/>
                  <a:gd name="T6" fmla="*/ 2147483647 w 2773"/>
                  <a:gd name="T7" fmla="*/ 2147483647 h 738"/>
                  <a:gd name="T8" fmla="*/ 2147483647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46" name="Freeform 1061">
                <a:extLst>
                  <a:ext uri="{FF2B5EF4-FFF2-40B4-BE49-F238E27FC236}">
                    <a16:creationId xmlns:a16="http://schemas.microsoft.com/office/drawing/2014/main" id="{E7074756-AC6D-6434-A625-39B8BFC582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5663" y="3159125"/>
                <a:ext cx="69850" cy="187325"/>
              </a:xfrm>
              <a:custGeom>
                <a:avLst/>
                <a:gdLst>
                  <a:gd name="T0" fmla="*/ 2147483647 w 637"/>
                  <a:gd name="T1" fmla="*/ 0 h 1659"/>
                  <a:gd name="T2" fmla="*/ 2147483647 w 637"/>
                  <a:gd name="T3" fmla="*/ 0 h 1659"/>
                  <a:gd name="T4" fmla="*/ 2147483647 w 637"/>
                  <a:gd name="T5" fmla="*/ 2147483647 h 1659"/>
                  <a:gd name="T6" fmla="*/ 0 w 637"/>
                  <a:gd name="T7" fmla="*/ 2147483647 h 1659"/>
                  <a:gd name="T8" fmla="*/ 2147483647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47" name="Freeform 1062">
                <a:extLst>
                  <a:ext uri="{FF2B5EF4-FFF2-40B4-BE49-F238E27FC236}">
                    <a16:creationId xmlns:a16="http://schemas.microsoft.com/office/drawing/2014/main" id="{390C3052-A794-540A-0F50-5C7224203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99125" y="3290888"/>
                <a:ext cx="242888" cy="61912"/>
              </a:xfrm>
              <a:custGeom>
                <a:avLst/>
                <a:gdLst>
                  <a:gd name="T0" fmla="*/ 0 w 2216"/>
                  <a:gd name="T1" fmla="*/ 0 h 550"/>
                  <a:gd name="T2" fmla="*/ 2147483647 w 2216"/>
                  <a:gd name="T3" fmla="*/ 2147483647 h 550"/>
                  <a:gd name="T4" fmla="*/ 2147483647 w 2216"/>
                  <a:gd name="T5" fmla="*/ 2147483647 h 550"/>
                  <a:gd name="T6" fmla="*/ 2147483647 w 2216"/>
                  <a:gd name="T7" fmla="*/ 214748364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grpSp>
            <p:nvGrpSpPr>
              <p:cNvPr id="448" name="Group 1063">
                <a:extLst>
                  <a:ext uri="{FF2B5EF4-FFF2-40B4-BE49-F238E27FC236}">
                    <a16:creationId xmlns:a16="http://schemas.microsoft.com/office/drawing/2014/main" id="{60B8C495-7ADA-4BAB-968B-343CB1494E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95950" y="3355975"/>
                <a:ext cx="80963" cy="38100"/>
                <a:chOff x="1740" y="2642"/>
                <a:chExt cx="752" cy="327"/>
              </a:xfrm>
            </p:grpSpPr>
            <p:sp>
              <p:nvSpPr>
                <p:cNvPr id="455" name="Freeform 1064">
                  <a:extLst>
                    <a:ext uri="{FF2B5EF4-FFF2-40B4-BE49-F238E27FC236}">
                      <a16:creationId xmlns:a16="http://schemas.microsoft.com/office/drawing/2014/main" id="{FFEF4F00-74C2-A2B3-582A-6EA8F45E84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456" name="Freeform 1065">
                  <a:extLst>
                    <a:ext uri="{FF2B5EF4-FFF2-40B4-BE49-F238E27FC236}">
                      <a16:creationId xmlns:a16="http://schemas.microsoft.com/office/drawing/2014/main" id="{50C66F13-A1A5-A1C4-5AA2-2069989542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457" name="Freeform 1066">
                  <a:extLst>
                    <a:ext uri="{FF2B5EF4-FFF2-40B4-BE49-F238E27FC236}">
                      <a16:creationId xmlns:a16="http://schemas.microsoft.com/office/drawing/2014/main" id="{241B0543-CC99-29C5-7786-89E5322EFF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458" name="Freeform 1067">
                  <a:extLst>
                    <a:ext uri="{FF2B5EF4-FFF2-40B4-BE49-F238E27FC236}">
                      <a16:creationId xmlns:a16="http://schemas.microsoft.com/office/drawing/2014/main" id="{80CD6807-5937-4035-C33D-8124184C76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459" name="Freeform 1068">
                  <a:extLst>
                    <a:ext uri="{FF2B5EF4-FFF2-40B4-BE49-F238E27FC236}">
                      <a16:creationId xmlns:a16="http://schemas.microsoft.com/office/drawing/2014/main" id="{9C69A7BB-2E5F-8908-C4F7-8D9CEFF2BA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460" name="Freeform 1069">
                  <a:extLst>
                    <a:ext uri="{FF2B5EF4-FFF2-40B4-BE49-F238E27FC236}">
                      <a16:creationId xmlns:a16="http://schemas.microsoft.com/office/drawing/2014/main" id="{61486ED4-6548-0EC1-A7A0-264E65C971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</p:grpSp>
          <p:sp>
            <p:nvSpPr>
              <p:cNvPr id="449" name="Freeform 1070">
                <a:extLst>
                  <a:ext uri="{FF2B5EF4-FFF2-40B4-BE49-F238E27FC236}">
                    <a16:creationId xmlns:a16="http://schemas.microsoft.com/office/drawing/2014/main" id="{F487F08F-2D08-745E-D4D8-0DC79C9BBF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35650" y="3362325"/>
                <a:ext cx="100013" cy="80963"/>
              </a:xfrm>
              <a:custGeom>
                <a:avLst/>
                <a:gdLst>
                  <a:gd name="T0" fmla="*/ 2147483647 w 990"/>
                  <a:gd name="T1" fmla="*/ 2147483647 h 792"/>
                  <a:gd name="T2" fmla="*/ 2147483647 w 990"/>
                  <a:gd name="T3" fmla="*/ 0 h 792"/>
                  <a:gd name="T4" fmla="*/ 2147483647 w 990"/>
                  <a:gd name="T5" fmla="*/ 2147483647 h 792"/>
                  <a:gd name="T6" fmla="*/ 0 w 990"/>
                  <a:gd name="T7" fmla="*/ 2147483647 h 792"/>
                  <a:gd name="T8" fmla="*/ 2147483647 w 990"/>
                  <a:gd name="T9" fmla="*/ 2147483647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50" name="Freeform 1071">
                <a:extLst>
                  <a:ext uri="{FF2B5EF4-FFF2-40B4-BE49-F238E27FC236}">
                    <a16:creationId xmlns:a16="http://schemas.microsoft.com/office/drawing/2014/main" id="{1C2E08A0-0622-B914-19AE-B4E8AD5826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3238" y="3368675"/>
                <a:ext cx="254000" cy="73025"/>
              </a:xfrm>
              <a:custGeom>
                <a:avLst/>
                <a:gdLst>
                  <a:gd name="T0" fmla="*/ 2147483647 w 2532"/>
                  <a:gd name="T1" fmla="*/ 0 h 723"/>
                  <a:gd name="T2" fmla="*/ 2147483647 w 2532"/>
                  <a:gd name="T3" fmla="*/ 0 h 723"/>
                  <a:gd name="T4" fmla="*/ 2147483647 w 2532"/>
                  <a:gd name="T5" fmla="*/ 2147483647 h 723"/>
                  <a:gd name="T6" fmla="*/ 2147483647 w 2532"/>
                  <a:gd name="T7" fmla="*/ 2147483647 h 723"/>
                  <a:gd name="T8" fmla="*/ 0 w 2532"/>
                  <a:gd name="T9" fmla="*/ 2147483647 h 723"/>
                  <a:gd name="T10" fmla="*/ 2147483647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51" name="Freeform 1072">
                <a:extLst>
                  <a:ext uri="{FF2B5EF4-FFF2-40B4-BE49-F238E27FC236}">
                    <a16:creationId xmlns:a16="http://schemas.microsoft.com/office/drawing/2014/main" id="{85E28DF8-5C3F-FD61-015C-3B5B5139BD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3238" y="3354388"/>
                <a:ext cx="1587" cy="15875"/>
              </a:xfrm>
              <a:custGeom>
                <a:avLst/>
                <a:gdLst>
                  <a:gd name="T0" fmla="*/ 2147483647 w 26"/>
                  <a:gd name="T1" fmla="*/ 2147483647 h 147"/>
                  <a:gd name="T2" fmla="*/ 2147483647 w 26"/>
                  <a:gd name="T3" fmla="*/ 2147483647 h 147"/>
                  <a:gd name="T4" fmla="*/ 0 w 26"/>
                  <a:gd name="T5" fmla="*/ 2147483647 h 147"/>
                  <a:gd name="T6" fmla="*/ 2147483647 w 26"/>
                  <a:gd name="T7" fmla="*/ 0 h 147"/>
                  <a:gd name="T8" fmla="*/ 2147483647 w 26"/>
                  <a:gd name="T9" fmla="*/ 2147483647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52" name="Freeform 1073">
                <a:extLst>
                  <a:ext uri="{FF2B5EF4-FFF2-40B4-BE49-F238E27FC236}">
                    <a16:creationId xmlns:a16="http://schemas.microsoft.com/office/drawing/2014/main" id="{8CA1CD6B-7FC7-E650-9081-90E0A7CF94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3238" y="3294063"/>
                <a:ext cx="117475" cy="61912"/>
              </a:xfrm>
              <a:custGeom>
                <a:avLst/>
                <a:gdLst>
                  <a:gd name="T0" fmla="*/ 2147483647 w 1176"/>
                  <a:gd name="T1" fmla="*/ 0 h 606"/>
                  <a:gd name="T2" fmla="*/ 0 w 1176"/>
                  <a:gd name="T3" fmla="*/ 2147483647 h 606"/>
                  <a:gd name="T4" fmla="*/ 2147483647 w 1176"/>
                  <a:gd name="T5" fmla="*/ 2147483647 h 606"/>
                  <a:gd name="T6" fmla="*/ 2147483647 w 1176"/>
                  <a:gd name="T7" fmla="*/ 2147483647 h 606"/>
                  <a:gd name="T8" fmla="*/ 2147483647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53" name="Freeform 1074">
                <a:extLst>
                  <a:ext uri="{FF2B5EF4-FFF2-40B4-BE49-F238E27FC236}">
                    <a16:creationId xmlns:a16="http://schemas.microsoft.com/office/drawing/2014/main" id="{587E2B45-9869-72FE-B057-F8A2E8ACFD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91175" y="3357563"/>
                <a:ext cx="241300" cy="71437"/>
              </a:xfrm>
              <a:custGeom>
                <a:avLst/>
                <a:gdLst>
                  <a:gd name="T0" fmla="*/ 2147483647 w 2532"/>
                  <a:gd name="T1" fmla="*/ 0 h 723"/>
                  <a:gd name="T2" fmla="*/ 2147483647 w 2532"/>
                  <a:gd name="T3" fmla="*/ 0 h 723"/>
                  <a:gd name="T4" fmla="*/ 2147483647 w 2532"/>
                  <a:gd name="T5" fmla="*/ 2147483647 h 723"/>
                  <a:gd name="T6" fmla="*/ 2147483647 w 2532"/>
                  <a:gd name="T7" fmla="*/ 2147483647 h 723"/>
                  <a:gd name="T8" fmla="*/ 0 w 2532"/>
                  <a:gd name="T9" fmla="*/ 2147483647 h 723"/>
                  <a:gd name="T10" fmla="*/ 2147483647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54" name="Freeform 1075">
                <a:extLst>
                  <a:ext uri="{FF2B5EF4-FFF2-40B4-BE49-F238E27FC236}">
                    <a16:creationId xmlns:a16="http://schemas.microsoft.com/office/drawing/2014/main" id="{E1FBBC3A-5E4A-BEA9-AAFF-E9F4FA63190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5830888" y="3352800"/>
                <a:ext cx="98425" cy="74613"/>
              </a:xfrm>
              <a:custGeom>
                <a:avLst/>
                <a:gdLst>
                  <a:gd name="T0" fmla="*/ 2147483647 w 2532"/>
                  <a:gd name="T1" fmla="*/ 0 h 723"/>
                  <a:gd name="T2" fmla="*/ 2147483647 w 2532"/>
                  <a:gd name="T3" fmla="*/ 0 h 723"/>
                  <a:gd name="T4" fmla="*/ 2147483647 w 2532"/>
                  <a:gd name="T5" fmla="*/ 2147483647 h 723"/>
                  <a:gd name="T6" fmla="*/ 2147483647 w 2532"/>
                  <a:gd name="T7" fmla="*/ 2147483647 h 723"/>
                  <a:gd name="T8" fmla="*/ 0 w 2532"/>
                  <a:gd name="T9" fmla="*/ 2147483647 h 723"/>
                  <a:gd name="T10" fmla="*/ 2147483647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pic>
          <p:nvPicPr>
            <p:cNvPr id="106" name="Picture 1077" descr="desktop_computer_stylized_medium">
              <a:extLst>
                <a:ext uri="{FF2B5EF4-FFF2-40B4-BE49-F238E27FC236}">
                  <a16:creationId xmlns:a16="http://schemas.microsoft.com/office/drawing/2014/main" id="{C2EC967A-A31F-6729-4499-F31F914329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156325" y="3300413"/>
              <a:ext cx="342900" cy="334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Freeform 1078">
              <a:extLst>
                <a:ext uri="{FF2B5EF4-FFF2-40B4-BE49-F238E27FC236}">
                  <a16:creationId xmlns:a16="http://schemas.microsoft.com/office/drawing/2014/main" id="{9C0A654C-282F-3AFE-B6B2-8B0BA109C45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302568" y="3332533"/>
              <a:ext cx="161685" cy="153507"/>
            </a:xfrm>
            <a:custGeom>
              <a:avLst/>
              <a:gdLst>
                <a:gd name="T0" fmla="*/ 0 w 356"/>
                <a:gd name="T1" fmla="*/ 0 h 368"/>
                <a:gd name="T2" fmla="*/ 136251 w 356"/>
                <a:gd name="T3" fmla="*/ 5840 h 368"/>
                <a:gd name="T4" fmla="*/ 161685 w 356"/>
                <a:gd name="T5" fmla="*/ 122639 h 368"/>
                <a:gd name="T6" fmla="*/ 35425 w 356"/>
                <a:gd name="T7" fmla="*/ 15350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ZA"/>
            </a:p>
          </p:txBody>
        </p:sp>
        <p:pic>
          <p:nvPicPr>
            <p:cNvPr id="108" name="Picture 1081" descr="laptop_keyboard">
              <a:extLst>
                <a:ext uri="{FF2B5EF4-FFF2-40B4-BE49-F238E27FC236}">
                  <a16:creationId xmlns:a16="http://schemas.microsoft.com/office/drawing/2014/main" id="{33AC11E7-CFBA-DDF7-ECF3-B170C47F75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329488" y="5672138"/>
              <a:ext cx="388937" cy="158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9" name="Freeform 1082">
              <a:extLst>
                <a:ext uri="{FF2B5EF4-FFF2-40B4-BE49-F238E27FC236}">
                  <a16:creationId xmlns:a16="http://schemas.microsoft.com/office/drawing/2014/main" id="{79822FA0-E4B1-E093-1A96-EAFDAD835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075" y="5516563"/>
              <a:ext cx="312738" cy="207962"/>
            </a:xfrm>
            <a:custGeom>
              <a:avLst/>
              <a:gdLst>
                <a:gd name="T0" fmla="*/ 2147483647 w 2982"/>
                <a:gd name="T1" fmla="*/ 0 h 2442"/>
                <a:gd name="T2" fmla="*/ 0 w 2982"/>
                <a:gd name="T3" fmla="*/ 2147483647 h 2442"/>
                <a:gd name="T4" fmla="*/ 2147483647 w 2982"/>
                <a:gd name="T5" fmla="*/ 2147483647 h 2442"/>
                <a:gd name="T6" fmla="*/ 2147483647 w 2982"/>
                <a:gd name="T7" fmla="*/ 2147483647 h 2442"/>
                <a:gd name="T8" fmla="*/ 2147483647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ZA"/>
            </a:p>
          </p:txBody>
        </p:sp>
        <p:pic>
          <p:nvPicPr>
            <p:cNvPr id="110" name="Picture 1083" descr="screen">
              <a:extLst>
                <a:ext uri="{FF2B5EF4-FFF2-40B4-BE49-F238E27FC236}">
                  <a16:creationId xmlns:a16="http://schemas.microsoft.com/office/drawing/2014/main" id="{5DA260C1-4351-7FE1-3DF0-DB5F99728D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3950" y="5521325"/>
              <a:ext cx="284163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" name="Freeform 1084">
              <a:extLst>
                <a:ext uri="{FF2B5EF4-FFF2-40B4-BE49-F238E27FC236}">
                  <a16:creationId xmlns:a16="http://schemas.microsoft.com/office/drawing/2014/main" id="{1C56230E-7DEF-091A-671B-156206251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5225" y="5510213"/>
              <a:ext cx="265113" cy="39687"/>
            </a:xfrm>
            <a:custGeom>
              <a:avLst/>
              <a:gdLst>
                <a:gd name="T0" fmla="*/ 2147483647 w 2528"/>
                <a:gd name="T1" fmla="*/ 0 h 455"/>
                <a:gd name="T2" fmla="*/ 2147483647 w 2528"/>
                <a:gd name="T3" fmla="*/ 2147483647 h 455"/>
                <a:gd name="T4" fmla="*/ 2147483647 w 2528"/>
                <a:gd name="T5" fmla="*/ 2147483647 h 455"/>
                <a:gd name="T6" fmla="*/ 0 w 2528"/>
                <a:gd name="T7" fmla="*/ 2147483647 h 455"/>
                <a:gd name="T8" fmla="*/ 2147483647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12" name="Freeform 1085">
              <a:extLst>
                <a:ext uri="{FF2B5EF4-FFF2-40B4-BE49-F238E27FC236}">
                  <a16:creationId xmlns:a16="http://schemas.microsoft.com/office/drawing/2014/main" id="{FB131205-CD6C-9C28-88DB-D80A03062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6488" y="5510213"/>
              <a:ext cx="73025" cy="161925"/>
            </a:xfrm>
            <a:custGeom>
              <a:avLst/>
              <a:gdLst>
                <a:gd name="T0" fmla="*/ 2147483647 w 702"/>
                <a:gd name="T1" fmla="*/ 0 h 1893"/>
                <a:gd name="T2" fmla="*/ 0 w 702"/>
                <a:gd name="T3" fmla="*/ 2147483647 h 1893"/>
                <a:gd name="T4" fmla="*/ 2147483647 w 702"/>
                <a:gd name="T5" fmla="*/ 2147483647 h 1893"/>
                <a:gd name="T6" fmla="*/ 2147483647 w 702"/>
                <a:gd name="T7" fmla="*/ 2147483647 h 1893"/>
                <a:gd name="T8" fmla="*/ 2147483647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13" name="Freeform 1086">
              <a:extLst>
                <a:ext uri="{FF2B5EF4-FFF2-40B4-BE49-F238E27FC236}">
                  <a16:creationId xmlns:a16="http://schemas.microsoft.com/office/drawing/2014/main" id="{584E304B-244B-D2B9-B0F8-650A4D9C5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9375" y="5538788"/>
              <a:ext cx="79375" cy="185737"/>
            </a:xfrm>
            <a:custGeom>
              <a:avLst/>
              <a:gdLst>
                <a:gd name="T0" fmla="*/ 2147483647 w 756"/>
                <a:gd name="T1" fmla="*/ 0 h 2184"/>
                <a:gd name="T2" fmla="*/ 2147483647 w 756"/>
                <a:gd name="T3" fmla="*/ 2147483647 h 2184"/>
                <a:gd name="T4" fmla="*/ 0 w 756"/>
                <a:gd name="T5" fmla="*/ 2147483647 h 2184"/>
                <a:gd name="T6" fmla="*/ 2147483647 w 756"/>
                <a:gd name="T7" fmla="*/ 2147483647 h 2184"/>
                <a:gd name="T8" fmla="*/ 214748364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14" name="Freeform 1087">
              <a:extLst>
                <a:ext uri="{FF2B5EF4-FFF2-40B4-BE49-F238E27FC236}">
                  <a16:creationId xmlns:a16="http://schemas.microsoft.com/office/drawing/2014/main" id="{0AE6C7E0-EFF8-7D95-14AE-0D50709F4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4900" y="5662613"/>
              <a:ext cx="290513" cy="63500"/>
            </a:xfrm>
            <a:custGeom>
              <a:avLst/>
              <a:gdLst>
                <a:gd name="T0" fmla="*/ 2147483647 w 2773"/>
                <a:gd name="T1" fmla="*/ 0 h 738"/>
                <a:gd name="T2" fmla="*/ 0 w 2773"/>
                <a:gd name="T3" fmla="*/ 2147483647 h 738"/>
                <a:gd name="T4" fmla="*/ 2147483647 w 2773"/>
                <a:gd name="T5" fmla="*/ 2147483647 h 738"/>
                <a:gd name="T6" fmla="*/ 2147483647 w 2773"/>
                <a:gd name="T7" fmla="*/ 2147483647 h 738"/>
                <a:gd name="T8" fmla="*/ 2147483647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15" name="Freeform 1088">
              <a:extLst>
                <a:ext uri="{FF2B5EF4-FFF2-40B4-BE49-F238E27FC236}">
                  <a16:creationId xmlns:a16="http://schemas.microsoft.com/office/drawing/2014/main" id="{3039133A-E709-8E8C-E557-ABB1CE132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7313" y="5540375"/>
              <a:ext cx="74612" cy="187325"/>
            </a:xfrm>
            <a:custGeom>
              <a:avLst/>
              <a:gdLst>
                <a:gd name="T0" fmla="*/ 2147483647 w 637"/>
                <a:gd name="T1" fmla="*/ 0 h 1659"/>
                <a:gd name="T2" fmla="*/ 2147483647 w 637"/>
                <a:gd name="T3" fmla="*/ 0 h 1659"/>
                <a:gd name="T4" fmla="*/ 2147483647 w 637"/>
                <a:gd name="T5" fmla="*/ 2147483647 h 1659"/>
                <a:gd name="T6" fmla="*/ 0 w 637"/>
                <a:gd name="T7" fmla="*/ 2147483647 h 1659"/>
                <a:gd name="T8" fmla="*/ 2147483647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16" name="Freeform 1089">
              <a:extLst>
                <a:ext uri="{FF2B5EF4-FFF2-40B4-BE49-F238E27FC236}">
                  <a16:creationId xmlns:a16="http://schemas.microsoft.com/office/drawing/2014/main" id="{F2803548-E039-7BD1-B21D-898FC7711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4900" y="5672138"/>
              <a:ext cx="258763" cy="61912"/>
            </a:xfrm>
            <a:custGeom>
              <a:avLst/>
              <a:gdLst>
                <a:gd name="T0" fmla="*/ 0 w 2216"/>
                <a:gd name="T1" fmla="*/ 0 h 550"/>
                <a:gd name="T2" fmla="*/ 2147483647 w 2216"/>
                <a:gd name="T3" fmla="*/ 2147483647 h 550"/>
                <a:gd name="T4" fmla="*/ 2147483647 w 2216"/>
                <a:gd name="T5" fmla="*/ 2147483647 h 550"/>
                <a:gd name="T6" fmla="*/ 2147483647 w 2216"/>
                <a:gd name="T7" fmla="*/ 2147483647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117" name="Group 1090">
              <a:extLst>
                <a:ext uri="{FF2B5EF4-FFF2-40B4-BE49-F238E27FC236}">
                  <a16:creationId xmlns:a16="http://schemas.microsoft.com/office/drawing/2014/main" id="{03F4FE69-789E-712E-28DF-A19457F0A8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51725" y="5737225"/>
              <a:ext cx="87313" cy="38100"/>
              <a:chOff x="1740" y="2642"/>
              <a:chExt cx="752" cy="327"/>
            </a:xfrm>
          </p:grpSpPr>
          <p:sp>
            <p:nvSpPr>
              <p:cNvPr id="433" name="Freeform 1091">
                <a:extLst>
                  <a:ext uri="{FF2B5EF4-FFF2-40B4-BE49-F238E27FC236}">
                    <a16:creationId xmlns:a16="http://schemas.microsoft.com/office/drawing/2014/main" id="{E300C0CA-DAE8-EC10-EEC5-E1AF222CAA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34" name="Freeform 1092">
                <a:extLst>
                  <a:ext uri="{FF2B5EF4-FFF2-40B4-BE49-F238E27FC236}">
                    <a16:creationId xmlns:a16="http://schemas.microsoft.com/office/drawing/2014/main" id="{C09621D7-BD2A-866C-B20C-0612BB3EA4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35" name="Freeform 1093">
                <a:extLst>
                  <a:ext uri="{FF2B5EF4-FFF2-40B4-BE49-F238E27FC236}">
                    <a16:creationId xmlns:a16="http://schemas.microsoft.com/office/drawing/2014/main" id="{8F40A00D-1D86-8EF1-7624-A1B76F10A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36" name="Freeform 1094">
                <a:extLst>
                  <a:ext uri="{FF2B5EF4-FFF2-40B4-BE49-F238E27FC236}">
                    <a16:creationId xmlns:a16="http://schemas.microsoft.com/office/drawing/2014/main" id="{7B0EE364-880F-90FD-DAEA-4516011FB0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37" name="Freeform 1095">
                <a:extLst>
                  <a:ext uri="{FF2B5EF4-FFF2-40B4-BE49-F238E27FC236}">
                    <a16:creationId xmlns:a16="http://schemas.microsoft.com/office/drawing/2014/main" id="{5F29BFB5-485A-25CB-5AB1-5CB433D13B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38" name="Freeform 1096">
                <a:extLst>
                  <a:ext uri="{FF2B5EF4-FFF2-40B4-BE49-F238E27FC236}">
                    <a16:creationId xmlns:a16="http://schemas.microsoft.com/office/drawing/2014/main" id="{24C1E5DC-C51D-95B4-DADA-78A5A2422A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118" name="Freeform 1097">
              <a:extLst>
                <a:ext uri="{FF2B5EF4-FFF2-40B4-BE49-F238E27FC236}">
                  <a16:creationId xmlns:a16="http://schemas.microsoft.com/office/drawing/2014/main" id="{28277CCC-8D49-4CA5-2A35-656CAAA28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950" y="5743575"/>
              <a:ext cx="106363" cy="80963"/>
            </a:xfrm>
            <a:custGeom>
              <a:avLst/>
              <a:gdLst>
                <a:gd name="T0" fmla="*/ 2147483647 w 990"/>
                <a:gd name="T1" fmla="*/ 2147483647 h 792"/>
                <a:gd name="T2" fmla="*/ 2147483647 w 990"/>
                <a:gd name="T3" fmla="*/ 0 h 792"/>
                <a:gd name="T4" fmla="*/ 2147483647 w 990"/>
                <a:gd name="T5" fmla="*/ 2147483647 h 792"/>
                <a:gd name="T6" fmla="*/ 0 w 990"/>
                <a:gd name="T7" fmla="*/ 2147483647 h 792"/>
                <a:gd name="T8" fmla="*/ 2147483647 w 990"/>
                <a:gd name="T9" fmla="*/ 214748364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19" name="Freeform 1098">
              <a:extLst>
                <a:ext uri="{FF2B5EF4-FFF2-40B4-BE49-F238E27FC236}">
                  <a16:creationId xmlns:a16="http://schemas.microsoft.com/office/drawing/2014/main" id="{6909D7C2-36E8-239F-5599-8DB96D1DDE4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9488" y="5749925"/>
              <a:ext cx="271462" cy="73025"/>
            </a:xfrm>
            <a:custGeom>
              <a:avLst/>
              <a:gdLst>
                <a:gd name="T0" fmla="*/ 2147483647 w 2532"/>
                <a:gd name="T1" fmla="*/ 0 h 723"/>
                <a:gd name="T2" fmla="*/ 2147483647 w 2532"/>
                <a:gd name="T3" fmla="*/ 0 h 723"/>
                <a:gd name="T4" fmla="*/ 2147483647 w 2532"/>
                <a:gd name="T5" fmla="*/ 2147483647 h 723"/>
                <a:gd name="T6" fmla="*/ 2147483647 w 2532"/>
                <a:gd name="T7" fmla="*/ 2147483647 h 723"/>
                <a:gd name="T8" fmla="*/ 0 w 2532"/>
                <a:gd name="T9" fmla="*/ 2147483647 h 723"/>
                <a:gd name="T10" fmla="*/ 2147483647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20" name="Freeform 1099">
              <a:extLst>
                <a:ext uri="{FF2B5EF4-FFF2-40B4-BE49-F238E27FC236}">
                  <a16:creationId xmlns:a16="http://schemas.microsoft.com/office/drawing/2014/main" id="{B5799FEE-B100-0A9F-1F93-00525B9BB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1075" y="5735638"/>
              <a:ext cx="1588" cy="15875"/>
            </a:xfrm>
            <a:custGeom>
              <a:avLst/>
              <a:gdLst>
                <a:gd name="T0" fmla="*/ 2147483647 w 26"/>
                <a:gd name="T1" fmla="*/ 2147483647 h 147"/>
                <a:gd name="T2" fmla="*/ 2147483647 w 26"/>
                <a:gd name="T3" fmla="*/ 2147483647 h 147"/>
                <a:gd name="T4" fmla="*/ 0 w 26"/>
                <a:gd name="T5" fmla="*/ 2147483647 h 147"/>
                <a:gd name="T6" fmla="*/ 2147483647 w 26"/>
                <a:gd name="T7" fmla="*/ 0 h 147"/>
                <a:gd name="T8" fmla="*/ 2147483647 w 26"/>
                <a:gd name="T9" fmla="*/ 2147483647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21" name="Freeform 1100">
              <a:extLst>
                <a:ext uri="{FF2B5EF4-FFF2-40B4-BE49-F238E27FC236}">
                  <a16:creationId xmlns:a16="http://schemas.microsoft.com/office/drawing/2014/main" id="{CF8ECE35-93A6-4DBA-A315-8358BDA8D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1075" y="5675313"/>
              <a:ext cx="125413" cy="61912"/>
            </a:xfrm>
            <a:custGeom>
              <a:avLst/>
              <a:gdLst>
                <a:gd name="T0" fmla="*/ 2147483647 w 1176"/>
                <a:gd name="T1" fmla="*/ 0 h 606"/>
                <a:gd name="T2" fmla="*/ 0 w 1176"/>
                <a:gd name="T3" fmla="*/ 2147483647 h 606"/>
                <a:gd name="T4" fmla="*/ 2147483647 w 1176"/>
                <a:gd name="T5" fmla="*/ 2147483647 h 606"/>
                <a:gd name="T6" fmla="*/ 2147483647 w 1176"/>
                <a:gd name="T7" fmla="*/ 2147483647 h 606"/>
                <a:gd name="T8" fmla="*/ 2147483647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22" name="Freeform 1101">
              <a:extLst>
                <a:ext uri="{FF2B5EF4-FFF2-40B4-BE49-F238E27FC236}">
                  <a16:creationId xmlns:a16="http://schemas.microsoft.com/office/drawing/2014/main" id="{78E0F378-23A9-74ED-F579-26788BB08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9013" y="5738813"/>
              <a:ext cx="257175" cy="71437"/>
            </a:xfrm>
            <a:custGeom>
              <a:avLst/>
              <a:gdLst>
                <a:gd name="T0" fmla="*/ 2147483647 w 2532"/>
                <a:gd name="T1" fmla="*/ 0 h 723"/>
                <a:gd name="T2" fmla="*/ 2147483647 w 2532"/>
                <a:gd name="T3" fmla="*/ 0 h 723"/>
                <a:gd name="T4" fmla="*/ 2147483647 w 2532"/>
                <a:gd name="T5" fmla="*/ 2147483647 h 723"/>
                <a:gd name="T6" fmla="*/ 2147483647 w 2532"/>
                <a:gd name="T7" fmla="*/ 2147483647 h 723"/>
                <a:gd name="T8" fmla="*/ 0 w 2532"/>
                <a:gd name="T9" fmla="*/ 2147483647 h 723"/>
                <a:gd name="T10" fmla="*/ 2147483647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23" name="Freeform 1102">
              <a:extLst>
                <a:ext uri="{FF2B5EF4-FFF2-40B4-BE49-F238E27FC236}">
                  <a16:creationId xmlns:a16="http://schemas.microsoft.com/office/drawing/2014/main" id="{9BDBF7D5-978C-19AF-CC8C-F37B8273B17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596188" y="5734050"/>
              <a:ext cx="104775" cy="74613"/>
            </a:xfrm>
            <a:custGeom>
              <a:avLst/>
              <a:gdLst>
                <a:gd name="T0" fmla="*/ 2147483647 w 2532"/>
                <a:gd name="T1" fmla="*/ 0 h 723"/>
                <a:gd name="T2" fmla="*/ 2147483647 w 2532"/>
                <a:gd name="T3" fmla="*/ 0 h 723"/>
                <a:gd name="T4" fmla="*/ 2147483647 w 2532"/>
                <a:gd name="T5" fmla="*/ 2147483647 h 723"/>
                <a:gd name="T6" fmla="*/ 2147483647 w 2532"/>
                <a:gd name="T7" fmla="*/ 2147483647 h 723"/>
                <a:gd name="T8" fmla="*/ 0 w 2532"/>
                <a:gd name="T9" fmla="*/ 2147483647 h 723"/>
                <a:gd name="T10" fmla="*/ 2147483647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124" name="Group 1103">
              <a:extLst>
                <a:ext uri="{FF2B5EF4-FFF2-40B4-BE49-F238E27FC236}">
                  <a16:creationId xmlns:a16="http://schemas.microsoft.com/office/drawing/2014/main" id="{2B190057-2E22-9CE3-7CAA-F7CB6A9245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51588" y="2493963"/>
              <a:ext cx="390525" cy="169862"/>
              <a:chOff x="4650" y="1129"/>
              <a:chExt cx="246" cy="95"/>
            </a:xfrm>
          </p:grpSpPr>
          <p:sp>
            <p:nvSpPr>
              <p:cNvPr id="425" name="Oval 407">
                <a:extLst>
                  <a:ext uri="{FF2B5EF4-FFF2-40B4-BE49-F238E27FC236}">
                    <a16:creationId xmlns:a16="http://schemas.microsoft.com/office/drawing/2014/main" id="{98A57728-7328-C5B7-3D05-55C9F6707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6" name="Rectangle 410">
                <a:extLst>
                  <a:ext uri="{FF2B5EF4-FFF2-40B4-BE49-F238E27FC236}">
                    <a16:creationId xmlns:a16="http://schemas.microsoft.com/office/drawing/2014/main" id="{F38F89A7-F3A7-474D-2D50-CA99BE9CE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7" name="Oval 411">
                <a:extLst>
                  <a:ext uri="{FF2B5EF4-FFF2-40B4-BE49-F238E27FC236}">
                    <a16:creationId xmlns:a16="http://schemas.microsoft.com/office/drawing/2014/main" id="{D48843DE-F95F-C958-848E-2125CA8488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28" name="Group 1107">
                <a:extLst>
                  <a:ext uri="{FF2B5EF4-FFF2-40B4-BE49-F238E27FC236}">
                    <a16:creationId xmlns:a16="http://schemas.microsoft.com/office/drawing/2014/main" id="{8800D92B-3248-B992-3FA8-620287ECA1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31" name="Freeform 1108">
                  <a:extLst>
                    <a:ext uri="{FF2B5EF4-FFF2-40B4-BE49-F238E27FC236}">
                      <a16:creationId xmlns:a16="http://schemas.microsoft.com/office/drawing/2014/main" id="{D15FC315-F426-B60D-D196-89590416E7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432" name="Freeform 1109">
                  <a:extLst>
                    <a:ext uri="{FF2B5EF4-FFF2-40B4-BE49-F238E27FC236}">
                      <a16:creationId xmlns:a16="http://schemas.microsoft.com/office/drawing/2014/main" id="{CF5DD772-C55B-C288-A76F-8EE8A826A5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</p:grpSp>
          <p:sp>
            <p:nvSpPr>
              <p:cNvPr id="429" name="Line 1110">
                <a:extLst>
                  <a:ext uri="{FF2B5EF4-FFF2-40B4-BE49-F238E27FC236}">
                    <a16:creationId xmlns:a16="http://schemas.microsoft.com/office/drawing/2014/main" id="{6A3BED99-4250-EE51-F578-5306E6BC16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30" name="Line 1111">
                <a:extLst>
                  <a:ext uri="{FF2B5EF4-FFF2-40B4-BE49-F238E27FC236}">
                    <a16:creationId xmlns:a16="http://schemas.microsoft.com/office/drawing/2014/main" id="{B7544A3B-D6AC-137D-B59E-F9520432BF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125" name="Group 1112">
              <a:extLst>
                <a:ext uri="{FF2B5EF4-FFF2-40B4-BE49-F238E27FC236}">
                  <a16:creationId xmlns:a16="http://schemas.microsoft.com/office/drawing/2014/main" id="{F6232AF4-2232-B50C-627B-34C1B983C0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1550" y="3641725"/>
              <a:ext cx="390525" cy="169863"/>
              <a:chOff x="4650" y="1129"/>
              <a:chExt cx="246" cy="95"/>
            </a:xfrm>
          </p:grpSpPr>
          <p:sp>
            <p:nvSpPr>
              <p:cNvPr id="417" name="Oval 407">
                <a:extLst>
                  <a:ext uri="{FF2B5EF4-FFF2-40B4-BE49-F238E27FC236}">
                    <a16:creationId xmlns:a16="http://schemas.microsoft.com/office/drawing/2014/main" id="{4E9EFECB-EAE7-FFEF-E099-1E258D266E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8" name="Rectangle 410">
                <a:extLst>
                  <a:ext uri="{FF2B5EF4-FFF2-40B4-BE49-F238E27FC236}">
                    <a16:creationId xmlns:a16="http://schemas.microsoft.com/office/drawing/2014/main" id="{B2237BEE-54C0-F5B6-CBDE-495E96221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9" name="Oval 411">
                <a:extLst>
                  <a:ext uri="{FF2B5EF4-FFF2-40B4-BE49-F238E27FC236}">
                    <a16:creationId xmlns:a16="http://schemas.microsoft.com/office/drawing/2014/main" id="{6ADF1479-0E9A-FBF2-39A5-C706E720F5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20" name="Group 1116">
                <a:extLst>
                  <a:ext uri="{FF2B5EF4-FFF2-40B4-BE49-F238E27FC236}">
                    <a16:creationId xmlns:a16="http://schemas.microsoft.com/office/drawing/2014/main" id="{5F4822C2-E3AE-559E-0319-2B386C0137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23" name="Freeform 1117">
                  <a:extLst>
                    <a:ext uri="{FF2B5EF4-FFF2-40B4-BE49-F238E27FC236}">
                      <a16:creationId xmlns:a16="http://schemas.microsoft.com/office/drawing/2014/main" id="{A620A448-2457-F10C-7BEB-EF5DB3EA1A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424" name="Freeform 1118">
                  <a:extLst>
                    <a:ext uri="{FF2B5EF4-FFF2-40B4-BE49-F238E27FC236}">
                      <a16:creationId xmlns:a16="http://schemas.microsoft.com/office/drawing/2014/main" id="{2BEBFB0F-27C2-09EB-930A-F4442EC972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</p:grpSp>
          <p:sp>
            <p:nvSpPr>
              <p:cNvPr id="421" name="Line 1119">
                <a:extLst>
                  <a:ext uri="{FF2B5EF4-FFF2-40B4-BE49-F238E27FC236}">
                    <a16:creationId xmlns:a16="http://schemas.microsoft.com/office/drawing/2014/main" id="{34AAFCDB-6530-C3A8-D579-E42B0BD12A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22" name="Line 1120">
                <a:extLst>
                  <a:ext uri="{FF2B5EF4-FFF2-40B4-BE49-F238E27FC236}">
                    <a16:creationId xmlns:a16="http://schemas.microsoft.com/office/drawing/2014/main" id="{F0BF6EB3-60CF-D787-F801-F21F0DE543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126" name="Group 1121">
              <a:extLst>
                <a:ext uri="{FF2B5EF4-FFF2-40B4-BE49-F238E27FC236}">
                  <a16:creationId xmlns:a16="http://schemas.microsoft.com/office/drawing/2014/main" id="{7D846821-5FF3-DDFF-F91F-0EF4BCCF6D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8400" y="4852988"/>
              <a:ext cx="617538" cy="247650"/>
              <a:chOff x="2356" y="1300"/>
              <a:chExt cx="555" cy="194"/>
            </a:xfrm>
          </p:grpSpPr>
          <p:sp>
            <p:nvSpPr>
              <p:cNvPr id="409" name="Oval 407">
                <a:extLst>
                  <a:ext uri="{FF2B5EF4-FFF2-40B4-BE49-F238E27FC236}">
                    <a16:creationId xmlns:a16="http://schemas.microsoft.com/office/drawing/2014/main" id="{88B7DE20-E0E1-7A79-B492-36D53F38D2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" name="Rectangle 410">
                <a:extLst>
                  <a:ext uri="{FF2B5EF4-FFF2-40B4-BE49-F238E27FC236}">
                    <a16:creationId xmlns:a16="http://schemas.microsoft.com/office/drawing/2014/main" id="{29DD1299-C03A-5E23-6377-BAD42F5D3F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1" name="Oval 411">
                <a:extLst>
                  <a:ext uri="{FF2B5EF4-FFF2-40B4-BE49-F238E27FC236}">
                    <a16:creationId xmlns:a16="http://schemas.microsoft.com/office/drawing/2014/main" id="{B53FF562-C6C9-542E-13C5-627C9DFF90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2" name="Group 1125">
                <a:extLst>
                  <a:ext uri="{FF2B5EF4-FFF2-40B4-BE49-F238E27FC236}">
                    <a16:creationId xmlns:a16="http://schemas.microsoft.com/office/drawing/2014/main" id="{33C56984-2141-BEFE-AE33-0F69116262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15" name="Freeform 1126">
                  <a:extLst>
                    <a:ext uri="{FF2B5EF4-FFF2-40B4-BE49-F238E27FC236}">
                      <a16:creationId xmlns:a16="http://schemas.microsoft.com/office/drawing/2014/main" id="{740EA631-395E-B8D3-9556-9571CCAE5D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416" name="Freeform 1127">
                  <a:extLst>
                    <a:ext uri="{FF2B5EF4-FFF2-40B4-BE49-F238E27FC236}">
                      <a16:creationId xmlns:a16="http://schemas.microsoft.com/office/drawing/2014/main" id="{AAB170FA-B3A9-2586-56B1-5A260707DE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</p:grpSp>
          <p:sp>
            <p:nvSpPr>
              <p:cNvPr id="413" name="Line 1128">
                <a:extLst>
                  <a:ext uri="{FF2B5EF4-FFF2-40B4-BE49-F238E27FC236}">
                    <a16:creationId xmlns:a16="http://schemas.microsoft.com/office/drawing/2014/main" id="{9EC13A7A-94FA-D03E-F8FC-EF0D82B827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14" name="Line 1129">
                <a:extLst>
                  <a:ext uri="{FF2B5EF4-FFF2-40B4-BE49-F238E27FC236}">
                    <a16:creationId xmlns:a16="http://schemas.microsoft.com/office/drawing/2014/main" id="{20CF1F1D-4EB7-6B90-2991-B53F46EFB8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127" name="Group 1130">
              <a:extLst>
                <a:ext uri="{FF2B5EF4-FFF2-40B4-BE49-F238E27FC236}">
                  <a16:creationId xmlns:a16="http://schemas.microsoft.com/office/drawing/2014/main" id="{866DA5D7-410E-FA3B-63BC-47327A8F5C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69125" y="4510088"/>
              <a:ext cx="617538" cy="247650"/>
              <a:chOff x="2356" y="1300"/>
              <a:chExt cx="555" cy="194"/>
            </a:xfrm>
          </p:grpSpPr>
          <p:sp>
            <p:nvSpPr>
              <p:cNvPr id="401" name="Oval 407">
                <a:extLst>
                  <a:ext uri="{FF2B5EF4-FFF2-40B4-BE49-F238E27FC236}">
                    <a16:creationId xmlns:a16="http://schemas.microsoft.com/office/drawing/2014/main" id="{5993D0EE-BED3-B88D-EF1A-D2FACC97D3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2" name="Rectangle 410">
                <a:extLst>
                  <a:ext uri="{FF2B5EF4-FFF2-40B4-BE49-F238E27FC236}">
                    <a16:creationId xmlns:a16="http://schemas.microsoft.com/office/drawing/2014/main" id="{51555A6E-5017-0092-6F3C-D599AD467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3" name="Oval 411">
                <a:extLst>
                  <a:ext uri="{FF2B5EF4-FFF2-40B4-BE49-F238E27FC236}">
                    <a16:creationId xmlns:a16="http://schemas.microsoft.com/office/drawing/2014/main" id="{7A8986F4-CA59-E9C5-A3D9-E5546E665B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04" name="Group 1134">
                <a:extLst>
                  <a:ext uri="{FF2B5EF4-FFF2-40B4-BE49-F238E27FC236}">
                    <a16:creationId xmlns:a16="http://schemas.microsoft.com/office/drawing/2014/main" id="{EEC87FFF-3AF1-F310-C893-3A1F2C91F8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07" name="Freeform 1135">
                  <a:extLst>
                    <a:ext uri="{FF2B5EF4-FFF2-40B4-BE49-F238E27FC236}">
                      <a16:creationId xmlns:a16="http://schemas.microsoft.com/office/drawing/2014/main" id="{3BDCD442-AE5A-92CE-3604-97ADDEADF9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408" name="Freeform 1136">
                  <a:extLst>
                    <a:ext uri="{FF2B5EF4-FFF2-40B4-BE49-F238E27FC236}">
                      <a16:creationId xmlns:a16="http://schemas.microsoft.com/office/drawing/2014/main" id="{1EC908CD-45FA-0712-5E89-E47A25F441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</p:grpSp>
          <p:sp>
            <p:nvSpPr>
              <p:cNvPr id="405" name="Line 1137">
                <a:extLst>
                  <a:ext uri="{FF2B5EF4-FFF2-40B4-BE49-F238E27FC236}">
                    <a16:creationId xmlns:a16="http://schemas.microsoft.com/office/drawing/2014/main" id="{A17C2DB9-CE70-7ECD-610D-0FE244D11D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06" name="Line 1138">
                <a:extLst>
                  <a:ext uri="{FF2B5EF4-FFF2-40B4-BE49-F238E27FC236}">
                    <a16:creationId xmlns:a16="http://schemas.microsoft.com/office/drawing/2014/main" id="{BD12A7E6-CAFE-3B56-77B4-B3A5CE54BD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128" name="Group 1139">
              <a:extLst>
                <a:ext uri="{FF2B5EF4-FFF2-40B4-BE49-F238E27FC236}">
                  <a16:creationId xmlns:a16="http://schemas.microsoft.com/office/drawing/2014/main" id="{8025507C-B86A-31EC-696B-DC957340BC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85075" y="4811713"/>
              <a:ext cx="617538" cy="247650"/>
              <a:chOff x="2356" y="1300"/>
              <a:chExt cx="555" cy="194"/>
            </a:xfrm>
          </p:grpSpPr>
          <p:sp>
            <p:nvSpPr>
              <p:cNvPr id="393" name="Oval 407">
                <a:extLst>
                  <a:ext uri="{FF2B5EF4-FFF2-40B4-BE49-F238E27FC236}">
                    <a16:creationId xmlns:a16="http://schemas.microsoft.com/office/drawing/2014/main" id="{C6106DB7-9AC8-3A88-6811-E79BC1A022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4" name="Rectangle 410">
                <a:extLst>
                  <a:ext uri="{FF2B5EF4-FFF2-40B4-BE49-F238E27FC236}">
                    <a16:creationId xmlns:a16="http://schemas.microsoft.com/office/drawing/2014/main" id="{F1D91322-7972-C869-E38B-726DC41418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5" name="Oval 411">
                <a:extLst>
                  <a:ext uri="{FF2B5EF4-FFF2-40B4-BE49-F238E27FC236}">
                    <a16:creationId xmlns:a16="http://schemas.microsoft.com/office/drawing/2014/main" id="{99F1B23F-0439-90AD-705E-3E6244570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96" name="Group 1143">
                <a:extLst>
                  <a:ext uri="{FF2B5EF4-FFF2-40B4-BE49-F238E27FC236}">
                    <a16:creationId xmlns:a16="http://schemas.microsoft.com/office/drawing/2014/main" id="{FABA4A16-9D25-C0AE-10EF-97A30003BC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399" name="Freeform 1144">
                  <a:extLst>
                    <a:ext uri="{FF2B5EF4-FFF2-40B4-BE49-F238E27FC236}">
                      <a16:creationId xmlns:a16="http://schemas.microsoft.com/office/drawing/2014/main" id="{F0B9AEAB-05F2-9C6A-E641-1B43EA2758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400" name="Freeform 1145">
                  <a:extLst>
                    <a:ext uri="{FF2B5EF4-FFF2-40B4-BE49-F238E27FC236}">
                      <a16:creationId xmlns:a16="http://schemas.microsoft.com/office/drawing/2014/main" id="{D0144A9B-D981-17FF-8EEC-4D22992438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</p:grpSp>
          <p:sp>
            <p:nvSpPr>
              <p:cNvPr id="397" name="Line 1146">
                <a:extLst>
                  <a:ext uri="{FF2B5EF4-FFF2-40B4-BE49-F238E27FC236}">
                    <a16:creationId xmlns:a16="http://schemas.microsoft.com/office/drawing/2014/main" id="{3D7003FF-9E6B-6572-0D66-7241DB2841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98" name="Line 1147">
                <a:extLst>
                  <a:ext uri="{FF2B5EF4-FFF2-40B4-BE49-F238E27FC236}">
                    <a16:creationId xmlns:a16="http://schemas.microsoft.com/office/drawing/2014/main" id="{CD95D04E-1EE8-F78C-7DA8-CF3A143D3F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129" name="Group 3">
              <a:extLst>
                <a:ext uri="{FF2B5EF4-FFF2-40B4-BE49-F238E27FC236}">
                  <a16:creationId xmlns:a16="http://schemas.microsoft.com/office/drawing/2014/main" id="{14ED7570-EB53-7289-0726-E2B1587879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64238" y="3135313"/>
              <a:ext cx="314325" cy="334962"/>
              <a:chOff x="5974579" y="3105349"/>
              <a:chExt cx="347997" cy="396620"/>
            </a:xfrm>
          </p:grpSpPr>
          <p:pic>
            <p:nvPicPr>
              <p:cNvPr id="391" name="Picture 555" descr="fridge2.png">
                <a:extLst>
                  <a:ext uri="{FF2B5EF4-FFF2-40B4-BE49-F238E27FC236}">
                    <a16:creationId xmlns:a16="http://schemas.microsoft.com/office/drawing/2014/main" id="{1FEAAA9F-E83F-A9ED-23AA-0EC0C4F6E8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4343" y="3164942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92" name="Picture 1115" descr="antenna_stylized">
                <a:extLst>
                  <a:ext uri="{FF2B5EF4-FFF2-40B4-BE49-F238E27FC236}">
                    <a16:creationId xmlns:a16="http://schemas.microsoft.com/office/drawing/2014/main" id="{5597C8B7-F04F-CE82-C4A6-F6ADB0BE0B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74579" y="3105349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30" name="Picture 603" descr="car_icon_small">
              <a:extLst>
                <a:ext uri="{FF2B5EF4-FFF2-40B4-BE49-F238E27FC236}">
                  <a16:creationId xmlns:a16="http://schemas.microsoft.com/office/drawing/2014/main" id="{4AB0B8E3-7292-C9F2-6044-482A3256CE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3813" y="1744663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" name="Picture 814" descr="light2.png">
              <a:extLst>
                <a:ext uri="{FF2B5EF4-FFF2-40B4-BE49-F238E27FC236}">
                  <a16:creationId xmlns:a16="http://schemas.microsoft.com/office/drawing/2014/main" id="{328F57B8-8F85-FEE7-7797-EB7750D57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707188" y="2019300"/>
              <a:ext cx="92075" cy="406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2" name="Picture 1017" descr="antenna_stylized">
              <a:extLst>
                <a:ext uri="{FF2B5EF4-FFF2-40B4-BE49-F238E27FC236}">
                  <a16:creationId xmlns:a16="http://schemas.microsoft.com/office/drawing/2014/main" id="{E935D650-BBAA-BDB4-53BF-197FD78A7E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1925" y="1946275"/>
              <a:ext cx="531813" cy="223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" name="Picture 1017" descr="antenna_stylized">
              <a:extLst>
                <a:ext uri="{FF2B5EF4-FFF2-40B4-BE49-F238E27FC236}">
                  <a16:creationId xmlns:a16="http://schemas.microsoft.com/office/drawing/2014/main" id="{BD193CD2-481F-3F80-3FB2-CC50E0158E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86538" y="1685925"/>
              <a:ext cx="530225" cy="223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34" name="Group 347">
              <a:extLst>
                <a:ext uri="{FF2B5EF4-FFF2-40B4-BE49-F238E27FC236}">
                  <a16:creationId xmlns:a16="http://schemas.microsoft.com/office/drawing/2014/main" id="{913E2D71-4F04-29B5-C80C-AC1DDE7DDA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20922" y="4838544"/>
              <a:ext cx="660165" cy="269566"/>
              <a:chOff x="1871277" y="1576300"/>
              <a:chExt cx="1128371" cy="437861"/>
            </a:xfrm>
          </p:grpSpPr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F08C3402-C503-DB54-EE25-F85FF3EC7A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2A1DC085-21F6-9840-25BC-2D1AD6738DF1}"/>
                  </a:ext>
                </a:extLst>
              </p:cNvPr>
              <p:cNvSpPr/>
              <p:nvPr/>
            </p:nvSpPr>
            <p:spPr bwMode="auto">
              <a:xfrm>
                <a:off x="1872116" y="1739006"/>
                <a:ext cx="1128773" cy="116036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48338C53-1F41-212F-4BDE-D33B16175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85" name="Freeform 831">
                <a:extLst>
                  <a:ext uri="{FF2B5EF4-FFF2-40B4-BE49-F238E27FC236}">
                    <a16:creationId xmlns:a16="http://schemas.microsoft.com/office/drawing/2014/main" id="{3140DE53-43F7-D365-9861-BF1AFEA47BB0}"/>
                  </a:ext>
                </a:extLst>
              </p:cNvPr>
              <p:cNvSpPr/>
              <p:nvPr/>
            </p:nvSpPr>
            <p:spPr bwMode="auto">
              <a:xfrm>
                <a:off x="2159736" y="1674540"/>
                <a:ext cx="548106" cy="159874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86" name="Freeform 832">
                <a:extLst>
                  <a:ext uri="{FF2B5EF4-FFF2-40B4-BE49-F238E27FC236}">
                    <a16:creationId xmlns:a16="http://schemas.microsoft.com/office/drawing/2014/main" id="{E47D170D-CD21-B9DE-5E1C-6558DBCEE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562 w 3723451"/>
                  <a:gd name="T3" fmla="*/ 321 h 932950"/>
                  <a:gd name="T4" fmla="*/ 330164 w 3723451"/>
                  <a:gd name="T5" fmla="*/ 62070 h 932950"/>
                  <a:gd name="T6" fmla="*/ 533943 w 3723451"/>
                  <a:gd name="T7" fmla="*/ 0 h 932950"/>
                  <a:gd name="T8" fmla="*/ 662444 w 3723451"/>
                  <a:gd name="T9" fmla="*/ 24700 h 932950"/>
                  <a:gd name="T10" fmla="*/ 566839 w 3723451"/>
                  <a:gd name="T11" fmla="*/ 55072 h 932950"/>
                  <a:gd name="T12" fmla="*/ 536059 w 3723451"/>
                  <a:gd name="T13" fmla="*/ 46883 h 932950"/>
                  <a:gd name="T14" fmla="*/ 333917 w 3723451"/>
                  <a:gd name="T15" fmla="*/ 111241 h 932950"/>
                  <a:gd name="T16" fmla="*/ 126604 w 3723451"/>
                  <a:gd name="T17" fmla="*/ 49251 h 932950"/>
                  <a:gd name="T18" fmla="*/ 93086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387" name="Freeform 833">
                <a:extLst>
                  <a:ext uri="{FF2B5EF4-FFF2-40B4-BE49-F238E27FC236}">
                    <a16:creationId xmlns:a16="http://schemas.microsoft.com/office/drawing/2014/main" id="{7BB49209-74B7-EA82-5E3B-359452F39B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T0" fmla="*/ 0 w 1366596"/>
                  <a:gd name="T1" fmla="*/ 0 h 809868"/>
                  <a:gd name="T2" fmla="*/ 244057 w 1366596"/>
                  <a:gd name="T3" fmla="*/ 74985 h 809868"/>
                  <a:gd name="T4" fmla="*/ 154487 w 1366596"/>
                  <a:gd name="T5" fmla="*/ 97040 h 809868"/>
                  <a:gd name="T6" fmla="*/ 822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388" name="Freeform 834">
                <a:extLst>
                  <a:ext uri="{FF2B5EF4-FFF2-40B4-BE49-F238E27FC236}">
                    <a16:creationId xmlns:a16="http://schemas.microsoft.com/office/drawing/2014/main" id="{14AB5159-EA84-98D3-A5F6-EEF8887D04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39 h 791462"/>
                  <a:gd name="T6" fmla="*/ 0 w 1348191"/>
                  <a:gd name="T7" fmla="*/ 75036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cxnSp>
            <p:nvCxnSpPr>
              <p:cNvPr id="389" name="Straight Connector 388">
                <a:extLst>
                  <a:ext uri="{FF2B5EF4-FFF2-40B4-BE49-F238E27FC236}">
                    <a16:creationId xmlns:a16="http://schemas.microsoft.com/office/drawing/2014/main" id="{1A211687-417C-5C21-E14E-9376AF5EDF13}"/>
                  </a:ext>
                </a:extLst>
              </p:cNvPr>
              <p:cNvCxnSpPr>
                <a:cxnSpLocks noChangeShapeType="1"/>
                <a:endCxn id="384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0" name="Straight Connector 389">
                <a:extLst>
                  <a:ext uri="{FF2B5EF4-FFF2-40B4-BE49-F238E27FC236}">
                    <a16:creationId xmlns:a16="http://schemas.microsoft.com/office/drawing/2014/main" id="{4A8B916E-6F91-A1F6-2969-48838F9203D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35" name="Group 347">
              <a:extLst>
                <a:ext uri="{FF2B5EF4-FFF2-40B4-BE49-F238E27FC236}">
                  <a16:creationId xmlns:a16="http://schemas.microsoft.com/office/drawing/2014/main" id="{62354D6E-BFC4-0ECB-39C5-9709C45E67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33466" y="4503243"/>
              <a:ext cx="660165" cy="269566"/>
              <a:chOff x="1871277" y="1576300"/>
              <a:chExt cx="1128371" cy="437861"/>
            </a:xfrm>
          </p:grpSpPr>
          <p:sp>
            <p:nvSpPr>
              <p:cNvPr id="373" name="Oval 372">
                <a:extLst>
                  <a:ext uri="{FF2B5EF4-FFF2-40B4-BE49-F238E27FC236}">
                    <a16:creationId xmlns:a16="http://schemas.microsoft.com/office/drawing/2014/main" id="{FF6236B5-0E78-ED58-5886-4DEEC3344B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74" name="Rectangle 373">
                <a:extLst>
                  <a:ext uri="{FF2B5EF4-FFF2-40B4-BE49-F238E27FC236}">
                    <a16:creationId xmlns:a16="http://schemas.microsoft.com/office/drawing/2014/main" id="{DFC3E5F2-1815-A233-A580-6E0DBF19B949}"/>
                  </a:ext>
                </a:extLst>
              </p:cNvPr>
              <p:cNvSpPr/>
              <p:nvPr/>
            </p:nvSpPr>
            <p:spPr bwMode="auto">
              <a:xfrm>
                <a:off x="1872532" y="1739555"/>
                <a:ext cx="1126060" cy="116038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75" name="Oval 374">
                <a:extLst>
                  <a:ext uri="{FF2B5EF4-FFF2-40B4-BE49-F238E27FC236}">
                    <a16:creationId xmlns:a16="http://schemas.microsoft.com/office/drawing/2014/main" id="{D3253A18-8739-E5C9-4FE3-F686BBFED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76" name="Freeform 822">
                <a:extLst>
                  <a:ext uri="{FF2B5EF4-FFF2-40B4-BE49-F238E27FC236}">
                    <a16:creationId xmlns:a16="http://schemas.microsoft.com/office/drawing/2014/main" id="{B190584C-7C48-CE9F-21B7-437C06401684}"/>
                  </a:ext>
                </a:extLst>
              </p:cNvPr>
              <p:cNvSpPr/>
              <p:nvPr/>
            </p:nvSpPr>
            <p:spPr bwMode="auto">
              <a:xfrm>
                <a:off x="2160152" y="1672512"/>
                <a:ext cx="548106" cy="16245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77" name="Freeform 823">
                <a:extLst>
                  <a:ext uri="{FF2B5EF4-FFF2-40B4-BE49-F238E27FC236}">
                    <a16:creationId xmlns:a16="http://schemas.microsoft.com/office/drawing/2014/main" id="{062B6AA5-5058-97DC-E89E-F9398CEB8B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562 w 3723451"/>
                  <a:gd name="T3" fmla="*/ 321 h 932950"/>
                  <a:gd name="T4" fmla="*/ 330164 w 3723451"/>
                  <a:gd name="T5" fmla="*/ 62070 h 932950"/>
                  <a:gd name="T6" fmla="*/ 533943 w 3723451"/>
                  <a:gd name="T7" fmla="*/ 0 h 932950"/>
                  <a:gd name="T8" fmla="*/ 662444 w 3723451"/>
                  <a:gd name="T9" fmla="*/ 24700 h 932950"/>
                  <a:gd name="T10" fmla="*/ 566839 w 3723451"/>
                  <a:gd name="T11" fmla="*/ 55072 h 932950"/>
                  <a:gd name="T12" fmla="*/ 536059 w 3723451"/>
                  <a:gd name="T13" fmla="*/ 46883 h 932950"/>
                  <a:gd name="T14" fmla="*/ 333917 w 3723451"/>
                  <a:gd name="T15" fmla="*/ 111241 h 932950"/>
                  <a:gd name="T16" fmla="*/ 126604 w 3723451"/>
                  <a:gd name="T17" fmla="*/ 49251 h 932950"/>
                  <a:gd name="T18" fmla="*/ 93086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378" name="Freeform 824">
                <a:extLst>
                  <a:ext uri="{FF2B5EF4-FFF2-40B4-BE49-F238E27FC236}">
                    <a16:creationId xmlns:a16="http://schemas.microsoft.com/office/drawing/2014/main" id="{B6D0F78F-4AD0-C51C-4C77-7586C71E2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T0" fmla="*/ 0 w 1366596"/>
                  <a:gd name="T1" fmla="*/ 0 h 809868"/>
                  <a:gd name="T2" fmla="*/ 244057 w 1366596"/>
                  <a:gd name="T3" fmla="*/ 74985 h 809868"/>
                  <a:gd name="T4" fmla="*/ 154487 w 1366596"/>
                  <a:gd name="T5" fmla="*/ 97040 h 809868"/>
                  <a:gd name="T6" fmla="*/ 822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379" name="Freeform 825">
                <a:extLst>
                  <a:ext uri="{FF2B5EF4-FFF2-40B4-BE49-F238E27FC236}">
                    <a16:creationId xmlns:a16="http://schemas.microsoft.com/office/drawing/2014/main" id="{3545BAFC-3F1C-ADEC-D57F-E47E32E0E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39 h 791462"/>
                  <a:gd name="T6" fmla="*/ 0 w 1348191"/>
                  <a:gd name="T7" fmla="*/ 75036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cxnSp>
            <p:nvCxnSpPr>
              <p:cNvPr id="380" name="Straight Connector 379">
                <a:extLst>
                  <a:ext uri="{FF2B5EF4-FFF2-40B4-BE49-F238E27FC236}">
                    <a16:creationId xmlns:a16="http://schemas.microsoft.com/office/drawing/2014/main" id="{088025F4-752E-0FBE-C09B-0ED77336E6E4}"/>
                  </a:ext>
                </a:extLst>
              </p:cNvPr>
              <p:cNvCxnSpPr>
                <a:cxnSpLocks noChangeShapeType="1"/>
                <a:endCxn id="375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81" name="Straight Connector 380">
                <a:extLst>
                  <a:ext uri="{FF2B5EF4-FFF2-40B4-BE49-F238E27FC236}">
                    <a16:creationId xmlns:a16="http://schemas.microsoft.com/office/drawing/2014/main" id="{C553E77F-3C90-1813-E1F2-669A1EFF218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36" name="Group 347">
              <a:extLst>
                <a:ext uri="{FF2B5EF4-FFF2-40B4-BE49-F238E27FC236}">
                  <a16:creationId xmlns:a16="http://schemas.microsoft.com/office/drawing/2014/main" id="{B12F0DB6-D009-793F-EECA-62E1E7D872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63920" y="4800505"/>
              <a:ext cx="660165" cy="269566"/>
              <a:chOff x="1871277" y="1576300"/>
              <a:chExt cx="1128371" cy="437861"/>
            </a:xfrm>
          </p:grpSpPr>
          <p:sp>
            <p:nvSpPr>
              <p:cNvPr id="364" name="Oval 363">
                <a:extLst>
                  <a:ext uri="{FF2B5EF4-FFF2-40B4-BE49-F238E27FC236}">
                    <a16:creationId xmlns:a16="http://schemas.microsoft.com/office/drawing/2014/main" id="{E77F6059-D4FA-7AD4-2A39-BAE3BB0F28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65" name="Rectangle 364">
                <a:extLst>
                  <a:ext uri="{FF2B5EF4-FFF2-40B4-BE49-F238E27FC236}">
                    <a16:creationId xmlns:a16="http://schemas.microsoft.com/office/drawing/2014/main" id="{1E16D9A2-C56E-9735-01C3-8D7B255AFC68}"/>
                  </a:ext>
                </a:extLst>
              </p:cNvPr>
              <p:cNvSpPr/>
              <p:nvPr/>
            </p:nvSpPr>
            <p:spPr bwMode="auto">
              <a:xfrm>
                <a:off x="1872162" y="1738907"/>
                <a:ext cx="1128773" cy="116036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66" name="Oval 365">
                <a:extLst>
                  <a:ext uri="{FF2B5EF4-FFF2-40B4-BE49-F238E27FC236}">
                    <a16:creationId xmlns:a16="http://schemas.microsoft.com/office/drawing/2014/main" id="{C369FE5A-6D6E-B17B-ADBA-5966D47542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67" name="Freeform 813">
                <a:extLst>
                  <a:ext uri="{FF2B5EF4-FFF2-40B4-BE49-F238E27FC236}">
                    <a16:creationId xmlns:a16="http://schemas.microsoft.com/office/drawing/2014/main" id="{2EC8C811-45EE-6CE2-8968-252C49DEECDC}"/>
                  </a:ext>
                </a:extLst>
              </p:cNvPr>
              <p:cNvSpPr/>
              <p:nvPr/>
            </p:nvSpPr>
            <p:spPr bwMode="auto">
              <a:xfrm>
                <a:off x="2159782" y="1674441"/>
                <a:ext cx="548106" cy="159874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68" name="Freeform 814">
                <a:extLst>
                  <a:ext uri="{FF2B5EF4-FFF2-40B4-BE49-F238E27FC236}">
                    <a16:creationId xmlns:a16="http://schemas.microsoft.com/office/drawing/2014/main" id="{28F2BCA4-03AE-F080-8058-D78241437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562 w 3723451"/>
                  <a:gd name="T3" fmla="*/ 321 h 932950"/>
                  <a:gd name="T4" fmla="*/ 330164 w 3723451"/>
                  <a:gd name="T5" fmla="*/ 62070 h 932950"/>
                  <a:gd name="T6" fmla="*/ 533943 w 3723451"/>
                  <a:gd name="T7" fmla="*/ 0 h 932950"/>
                  <a:gd name="T8" fmla="*/ 662444 w 3723451"/>
                  <a:gd name="T9" fmla="*/ 24700 h 932950"/>
                  <a:gd name="T10" fmla="*/ 566839 w 3723451"/>
                  <a:gd name="T11" fmla="*/ 55072 h 932950"/>
                  <a:gd name="T12" fmla="*/ 536059 w 3723451"/>
                  <a:gd name="T13" fmla="*/ 46883 h 932950"/>
                  <a:gd name="T14" fmla="*/ 333917 w 3723451"/>
                  <a:gd name="T15" fmla="*/ 111241 h 932950"/>
                  <a:gd name="T16" fmla="*/ 126604 w 3723451"/>
                  <a:gd name="T17" fmla="*/ 49251 h 932950"/>
                  <a:gd name="T18" fmla="*/ 93086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369" name="Freeform 815">
                <a:extLst>
                  <a:ext uri="{FF2B5EF4-FFF2-40B4-BE49-F238E27FC236}">
                    <a16:creationId xmlns:a16="http://schemas.microsoft.com/office/drawing/2014/main" id="{BEB15E32-C2A6-5BCB-FBA9-BF82536B6C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T0" fmla="*/ 0 w 1366596"/>
                  <a:gd name="T1" fmla="*/ 0 h 809868"/>
                  <a:gd name="T2" fmla="*/ 244057 w 1366596"/>
                  <a:gd name="T3" fmla="*/ 74985 h 809868"/>
                  <a:gd name="T4" fmla="*/ 154487 w 1366596"/>
                  <a:gd name="T5" fmla="*/ 97040 h 809868"/>
                  <a:gd name="T6" fmla="*/ 822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370" name="Freeform 816">
                <a:extLst>
                  <a:ext uri="{FF2B5EF4-FFF2-40B4-BE49-F238E27FC236}">
                    <a16:creationId xmlns:a16="http://schemas.microsoft.com/office/drawing/2014/main" id="{614D21E0-C289-0B0E-035B-0A61010D42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39 h 791462"/>
                  <a:gd name="T6" fmla="*/ 0 w 1348191"/>
                  <a:gd name="T7" fmla="*/ 75036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BC0E0F76-AAC2-9EF7-955B-DFF54A34B2C3}"/>
                  </a:ext>
                </a:extLst>
              </p:cNvPr>
              <p:cNvCxnSpPr>
                <a:cxnSpLocks noChangeShapeType="1"/>
                <a:endCxn id="366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2" name="Straight Connector 371">
                <a:extLst>
                  <a:ext uri="{FF2B5EF4-FFF2-40B4-BE49-F238E27FC236}">
                    <a16:creationId xmlns:a16="http://schemas.microsoft.com/office/drawing/2014/main" id="{FE1CD719-BA66-B085-6743-37154FE8E17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37" name="Group 347">
              <a:extLst>
                <a:ext uri="{FF2B5EF4-FFF2-40B4-BE49-F238E27FC236}">
                  <a16:creationId xmlns:a16="http://schemas.microsoft.com/office/drawing/2014/main" id="{39656E31-5637-586E-A6AC-862E8DDBFC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0373" y="3620176"/>
              <a:ext cx="425094" cy="228319"/>
              <a:chOff x="1871277" y="1576300"/>
              <a:chExt cx="1128371" cy="437861"/>
            </a:xfrm>
          </p:grpSpPr>
          <p:sp>
            <p:nvSpPr>
              <p:cNvPr id="355" name="Oval 354">
                <a:extLst>
                  <a:ext uri="{FF2B5EF4-FFF2-40B4-BE49-F238E27FC236}">
                    <a16:creationId xmlns:a16="http://schemas.microsoft.com/office/drawing/2014/main" id="{6A1D8D25-FEA8-9EAC-136D-4DB1A9BDE7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56" name="Rectangle 355">
                <a:extLst>
                  <a:ext uri="{FF2B5EF4-FFF2-40B4-BE49-F238E27FC236}">
                    <a16:creationId xmlns:a16="http://schemas.microsoft.com/office/drawing/2014/main" id="{4D95C7CC-7BE7-43C5-7D35-FC8D6CECDA9B}"/>
                  </a:ext>
                </a:extLst>
              </p:cNvPr>
              <p:cNvSpPr/>
              <p:nvPr/>
            </p:nvSpPr>
            <p:spPr bwMode="auto">
              <a:xfrm>
                <a:off x="1870189" y="1739404"/>
                <a:ext cx="1129316" cy="115689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57" name="Oval 356">
                <a:extLst>
                  <a:ext uri="{FF2B5EF4-FFF2-40B4-BE49-F238E27FC236}">
                    <a16:creationId xmlns:a16="http://schemas.microsoft.com/office/drawing/2014/main" id="{A3CEFD14-312B-687A-94E1-BC74E2E39B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58" name="Freeform 804">
                <a:extLst>
                  <a:ext uri="{FF2B5EF4-FFF2-40B4-BE49-F238E27FC236}">
                    <a16:creationId xmlns:a16="http://schemas.microsoft.com/office/drawing/2014/main" id="{4D749F48-4FE4-4BA1-724F-8554B41D84CC}"/>
                  </a:ext>
                </a:extLst>
              </p:cNvPr>
              <p:cNvSpPr/>
              <p:nvPr/>
            </p:nvSpPr>
            <p:spPr bwMode="auto">
              <a:xfrm>
                <a:off x="2160944" y="1672426"/>
                <a:ext cx="547803" cy="161356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59" name="Freeform 805">
                <a:extLst>
                  <a:ext uri="{FF2B5EF4-FFF2-40B4-BE49-F238E27FC236}">
                    <a16:creationId xmlns:a16="http://schemas.microsoft.com/office/drawing/2014/main" id="{A2D2659A-F2CD-1F87-1024-B47971EE8E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562 w 3723451"/>
                  <a:gd name="T3" fmla="*/ 321 h 932950"/>
                  <a:gd name="T4" fmla="*/ 330164 w 3723451"/>
                  <a:gd name="T5" fmla="*/ 62070 h 932950"/>
                  <a:gd name="T6" fmla="*/ 533943 w 3723451"/>
                  <a:gd name="T7" fmla="*/ 0 h 932950"/>
                  <a:gd name="T8" fmla="*/ 662444 w 3723451"/>
                  <a:gd name="T9" fmla="*/ 24700 h 932950"/>
                  <a:gd name="T10" fmla="*/ 566839 w 3723451"/>
                  <a:gd name="T11" fmla="*/ 55072 h 932950"/>
                  <a:gd name="T12" fmla="*/ 536059 w 3723451"/>
                  <a:gd name="T13" fmla="*/ 46883 h 932950"/>
                  <a:gd name="T14" fmla="*/ 333917 w 3723451"/>
                  <a:gd name="T15" fmla="*/ 111241 h 932950"/>
                  <a:gd name="T16" fmla="*/ 126604 w 3723451"/>
                  <a:gd name="T17" fmla="*/ 49251 h 932950"/>
                  <a:gd name="T18" fmla="*/ 93086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360" name="Freeform 806">
                <a:extLst>
                  <a:ext uri="{FF2B5EF4-FFF2-40B4-BE49-F238E27FC236}">
                    <a16:creationId xmlns:a16="http://schemas.microsoft.com/office/drawing/2014/main" id="{DA5205C2-16B0-C95A-344E-D1ACA7486B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T0" fmla="*/ 0 w 1366596"/>
                  <a:gd name="T1" fmla="*/ 0 h 809868"/>
                  <a:gd name="T2" fmla="*/ 244057 w 1366596"/>
                  <a:gd name="T3" fmla="*/ 74985 h 809868"/>
                  <a:gd name="T4" fmla="*/ 154487 w 1366596"/>
                  <a:gd name="T5" fmla="*/ 97040 h 809868"/>
                  <a:gd name="T6" fmla="*/ 822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361" name="Freeform 807">
                <a:extLst>
                  <a:ext uri="{FF2B5EF4-FFF2-40B4-BE49-F238E27FC236}">
                    <a16:creationId xmlns:a16="http://schemas.microsoft.com/office/drawing/2014/main" id="{9E5057A3-C67A-D295-8ED5-794EFEB13D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39 h 791462"/>
                  <a:gd name="T6" fmla="*/ 0 w 1348191"/>
                  <a:gd name="T7" fmla="*/ 75036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cxnSp>
            <p:nvCxnSpPr>
              <p:cNvPr id="362" name="Straight Connector 361">
                <a:extLst>
                  <a:ext uri="{FF2B5EF4-FFF2-40B4-BE49-F238E27FC236}">
                    <a16:creationId xmlns:a16="http://schemas.microsoft.com/office/drawing/2014/main" id="{41FAECD7-ECD7-F109-0007-38286C218A55}"/>
                  </a:ext>
                </a:extLst>
              </p:cNvPr>
              <p:cNvCxnSpPr>
                <a:cxnSpLocks noChangeShapeType="1"/>
                <a:endCxn id="357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CC6AEEE9-75F7-6F23-0D9B-A0C874234BF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38" name="Group 347">
              <a:extLst>
                <a:ext uri="{FF2B5EF4-FFF2-40B4-BE49-F238E27FC236}">
                  <a16:creationId xmlns:a16="http://schemas.microsoft.com/office/drawing/2014/main" id="{5196F3B4-25BE-FCE2-9C68-1034664507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47637" y="2481965"/>
              <a:ext cx="403071" cy="202807"/>
              <a:chOff x="1871277" y="1576300"/>
              <a:chExt cx="1128371" cy="437861"/>
            </a:xfrm>
          </p:grpSpPr>
          <p:sp>
            <p:nvSpPr>
              <p:cNvPr id="346" name="Oval 345">
                <a:extLst>
                  <a:ext uri="{FF2B5EF4-FFF2-40B4-BE49-F238E27FC236}">
                    <a16:creationId xmlns:a16="http://schemas.microsoft.com/office/drawing/2014/main" id="{97E7344E-FDE0-E4B8-3724-2FD5AF7940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47" name="Rectangle 346">
                <a:extLst>
                  <a:ext uri="{FF2B5EF4-FFF2-40B4-BE49-F238E27FC236}">
                    <a16:creationId xmlns:a16="http://schemas.microsoft.com/office/drawing/2014/main" id="{B38C4EE5-7C29-6452-C2DD-60F78A93426A}"/>
                  </a:ext>
                </a:extLst>
              </p:cNvPr>
              <p:cNvSpPr/>
              <p:nvPr/>
            </p:nvSpPr>
            <p:spPr bwMode="auto">
              <a:xfrm>
                <a:off x="1873449" y="1739300"/>
                <a:ext cx="1124357" cy="116532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48" name="Oval 347">
                <a:extLst>
                  <a:ext uri="{FF2B5EF4-FFF2-40B4-BE49-F238E27FC236}">
                    <a16:creationId xmlns:a16="http://schemas.microsoft.com/office/drawing/2014/main" id="{A6112A7A-8A3D-CC2F-F1E1-CD81188872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49" name="Freeform 795">
                <a:extLst>
                  <a:ext uri="{FF2B5EF4-FFF2-40B4-BE49-F238E27FC236}">
                    <a16:creationId xmlns:a16="http://schemas.microsoft.com/office/drawing/2014/main" id="{64B3A3DF-84CC-E7DB-56D1-B98BDF2DBC2C}"/>
                  </a:ext>
                </a:extLst>
              </p:cNvPr>
              <p:cNvSpPr/>
              <p:nvPr/>
            </p:nvSpPr>
            <p:spPr bwMode="auto">
              <a:xfrm>
                <a:off x="2162315" y="1670752"/>
                <a:ext cx="546626" cy="16108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50" name="Freeform 796">
                <a:extLst>
                  <a:ext uri="{FF2B5EF4-FFF2-40B4-BE49-F238E27FC236}">
                    <a16:creationId xmlns:a16="http://schemas.microsoft.com/office/drawing/2014/main" id="{17292810-3E12-45F6-2774-0D797FAC0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562 w 3723451"/>
                  <a:gd name="T3" fmla="*/ 321 h 932950"/>
                  <a:gd name="T4" fmla="*/ 330164 w 3723451"/>
                  <a:gd name="T5" fmla="*/ 62070 h 932950"/>
                  <a:gd name="T6" fmla="*/ 533943 w 3723451"/>
                  <a:gd name="T7" fmla="*/ 0 h 932950"/>
                  <a:gd name="T8" fmla="*/ 662444 w 3723451"/>
                  <a:gd name="T9" fmla="*/ 24700 h 932950"/>
                  <a:gd name="T10" fmla="*/ 566839 w 3723451"/>
                  <a:gd name="T11" fmla="*/ 55072 h 932950"/>
                  <a:gd name="T12" fmla="*/ 536059 w 3723451"/>
                  <a:gd name="T13" fmla="*/ 46883 h 932950"/>
                  <a:gd name="T14" fmla="*/ 333917 w 3723451"/>
                  <a:gd name="T15" fmla="*/ 111241 h 932950"/>
                  <a:gd name="T16" fmla="*/ 126604 w 3723451"/>
                  <a:gd name="T17" fmla="*/ 49251 h 932950"/>
                  <a:gd name="T18" fmla="*/ 93086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351" name="Freeform 797">
                <a:extLst>
                  <a:ext uri="{FF2B5EF4-FFF2-40B4-BE49-F238E27FC236}">
                    <a16:creationId xmlns:a16="http://schemas.microsoft.com/office/drawing/2014/main" id="{24F8F58A-DABA-7BBF-3F0B-230726077E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T0" fmla="*/ 0 w 1366596"/>
                  <a:gd name="T1" fmla="*/ 0 h 809868"/>
                  <a:gd name="T2" fmla="*/ 244057 w 1366596"/>
                  <a:gd name="T3" fmla="*/ 74985 h 809868"/>
                  <a:gd name="T4" fmla="*/ 154487 w 1366596"/>
                  <a:gd name="T5" fmla="*/ 97040 h 809868"/>
                  <a:gd name="T6" fmla="*/ 822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352" name="Freeform 798">
                <a:extLst>
                  <a:ext uri="{FF2B5EF4-FFF2-40B4-BE49-F238E27FC236}">
                    <a16:creationId xmlns:a16="http://schemas.microsoft.com/office/drawing/2014/main" id="{8FB1E715-2B0C-274B-F606-266A155779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39 h 791462"/>
                  <a:gd name="T6" fmla="*/ 0 w 1348191"/>
                  <a:gd name="T7" fmla="*/ 75036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EE51552F-541D-F6F8-64BC-CB1099810A9D}"/>
                  </a:ext>
                </a:extLst>
              </p:cNvPr>
              <p:cNvCxnSpPr>
                <a:cxnSpLocks noChangeShapeType="1"/>
                <a:endCxn id="348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4" name="Straight Connector 353">
                <a:extLst>
                  <a:ext uri="{FF2B5EF4-FFF2-40B4-BE49-F238E27FC236}">
                    <a16:creationId xmlns:a16="http://schemas.microsoft.com/office/drawing/2014/main" id="{14739BFD-C89C-0F3F-1FB4-E8814137F7F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39" name="Group 589">
              <a:extLst>
                <a:ext uri="{FF2B5EF4-FFF2-40B4-BE49-F238E27FC236}">
                  <a16:creationId xmlns:a16="http://schemas.microsoft.com/office/drawing/2014/main" id="{26A5C0DD-060C-AF5F-EBAB-9D9B021307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78804" y="2388750"/>
              <a:ext cx="418211" cy="189727"/>
              <a:chOff x="7913987" y="1515773"/>
              <a:chExt cx="625138" cy="276534"/>
            </a:xfrm>
          </p:grpSpPr>
          <p:sp>
            <p:nvSpPr>
              <p:cNvPr id="337" name="Oval 336">
                <a:extLst>
                  <a:ext uri="{FF2B5EF4-FFF2-40B4-BE49-F238E27FC236}">
                    <a16:creationId xmlns:a16="http://schemas.microsoft.com/office/drawing/2014/main" id="{256ADB36-7B7E-B642-C280-A482878F9F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7915743" y="1593920"/>
                <a:ext cx="623382" cy="198387"/>
              </a:xfrm>
              <a:prstGeom prst="ellipse">
                <a:avLst/>
              </a:prstGeom>
              <a:gradFill rotWithShape="1">
                <a:gsLst>
                  <a:gs pos="0">
                    <a:srgbClr val="7F7F7F"/>
                  </a:gs>
                  <a:gs pos="53000">
                    <a:srgbClr val="D9D9D9"/>
                  </a:gs>
                  <a:gs pos="100000">
                    <a:srgbClr val="7F7F7F"/>
                  </a:gs>
                </a:gsLst>
                <a:lin ang="0" scaled="1"/>
              </a:gradFill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BFBFBF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38" name="Rectangle 337">
                <a:extLst>
                  <a:ext uri="{FF2B5EF4-FFF2-40B4-BE49-F238E27FC236}">
                    <a16:creationId xmlns:a16="http://schemas.microsoft.com/office/drawing/2014/main" id="{50A93028-B87F-E191-B12C-6D28BBDC9731}"/>
                  </a:ext>
                </a:extLst>
              </p:cNvPr>
              <p:cNvSpPr/>
              <p:nvPr/>
            </p:nvSpPr>
            <p:spPr bwMode="auto">
              <a:xfrm>
                <a:off x="7913888" y="1622848"/>
                <a:ext cx="624093" cy="71728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300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39" name="Oval 338">
                <a:extLst>
                  <a:ext uri="{FF2B5EF4-FFF2-40B4-BE49-F238E27FC236}">
                    <a16:creationId xmlns:a16="http://schemas.microsoft.com/office/drawing/2014/main" id="{7BA708EB-9F67-27A8-B3E0-D6B1049DF9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7914388" y="1515773"/>
                <a:ext cx="623381" cy="198387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40" name="Freeform 786">
                <a:extLst>
                  <a:ext uri="{FF2B5EF4-FFF2-40B4-BE49-F238E27FC236}">
                    <a16:creationId xmlns:a16="http://schemas.microsoft.com/office/drawing/2014/main" id="{4E2A2E42-1D3A-981F-8DD5-70833B1B519D}"/>
                  </a:ext>
                </a:extLst>
              </p:cNvPr>
              <p:cNvSpPr/>
              <p:nvPr/>
            </p:nvSpPr>
            <p:spPr bwMode="auto">
              <a:xfrm>
                <a:off x="8072877" y="1581199"/>
                <a:ext cx="303742" cy="99494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41" name="Freeform 787">
                <a:extLst>
                  <a:ext uri="{FF2B5EF4-FFF2-40B4-BE49-F238E27FC236}">
                    <a16:creationId xmlns:a16="http://schemas.microsoft.com/office/drawing/2014/main" id="{2544DE6D-1165-F1FC-90F4-1C6263EF1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2174" y="1555712"/>
                <a:ext cx="367006" cy="69068"/>
              </a:xfrm>
              <a:custGeom>
                <a:avLst/>
                <a:gdLst>
                  <a:gd name="T0" fmla="*/ 0 w 3723451"/>
                  <a:gd name="T1" fmla="*/ 16897 h 932950"/>
                  <a:gd name="T2" fmla="*/ 64577 w 3723451"/>
                  <a:gd name="T3" fmla="*/ 199 h 932950"/>
                  <a:gd name="T4" fmla="*/ 182917 w 3723451"/>
                  <a:gd name="T5" fmla="*/ 38538 h 932950"/>
                  <a:gd name="T6" fmla="*/ 295814 w 3723451"/>
                  <a:gd name="T7" fmla="*/ 0 h 932950"/>
                  <a:gd name="T8" fmla="*/ 367006 w 3723451"/>
                  <a:gd name="T9" fmla="*/ 15336 h 932950"/>
                  <a:gd name="T10" fmla="*/ 314039 w 3723451"/>
                  <a:gd name="T11" fmla="*/ 34193 h 932950"/>
                  <a:gd name="T12" fmla="*/ 296986 w 3723451"/>
                  <a:gd name="T13" fmla="*/ 29109 h 932950"/>
                  <a:gd name="T14" fmla="*/ 184996 w 3723451"/>
                  <a:gd name="T15" fmla="*/ 69068 h 932950"/>
                  <a:gd name="T16" fmla="*/ 70141 w 3723451"/>
                  <a:gd name="T17" fmla="*/ 30579 h 932950"/>
                  <a:gd name="T18" fmla="*/ 51571 w 3723451"/>
                  <a:gd name="T19" fmla="*/ 34733 h 932950"/>
                  <a:gd name="T20" fmla="*/ 0 w 3723451"/>
                  <a:gd name="T21" fmla="*/ 16897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342" name="Freeform 788">
                <a:extLst>
                  <a:ext uri="{FF2B5EF4-FFF2-40B4-BE49-F238E27FC236}">
                    <a16:creationId xmlns:a16="http://schemas.microsoft.com/office/drawing/2014/main" id="{FDD4E466-67AA-1CDD-FD56-4536625DDD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2748" y="1614494"/>
                <a:ext cx="135212" cy="60251"/>
              </a:xfrm>
              <a:custGeom>
                <a:avLst/>
                <a:gdLst>
                  <a:gd name="T0" fmla="*/ 0 w 1366596"/>
                  <a:gd name="T1" fmla="*/ 0 h 809868"/>
                  <a:gd name="T2" fmla="*/ 135212 w 1366596"/>
                  <a:gd name="T3" fmla="*/ 46558 h 809868"/>
                  <a:gd name="T4" fmla="*/ 85589 w 1366596"/>
                  <a:gd name="T5" fmla="*/ 60251 h 809868"/>
                  <a:gd name="T6" fmla="*/ 455 w 1366596"/>
                  <a:gd name="T7" fmla="*/ 3183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343" name="Freeform 789">
                <a:extLst>
                  <a:ext uri="{FF2B5EF4-FFF2-40B4-BE49-F238E27FC236}">
                    <a16:creationId xmlns:a16="http://schemas.microsoft.com/office/drawing/2014/main" id="{B3FE98D8-4A1F-B833-606D-0C5171E2EE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5150" y="1615964"/>
                <a:ext cx="133456" cy="60250"/>
              </a:xfrm>
              <a:custGeom>
                <a:avLst/>
                <a:gdLst>
                  <a:gd name="T0" fmla="*/ 131634 w 1348191"/>
                  <a:gd name="T1" fmla="*/ 0 h 791462"/>
                  <a:gd name="T2" fmla="*/ 133456 w 1348191"/>
                  <a:gd name="T3" fmla="*/ 29074 h 791462"/>
                  <a:gd name="T4" fmla="*/ 48281 w 1348191"/>
                  <a:gd name="T5" fmla="*/ 60250 h 791462"/>
                  <a:gd name="T6" fmla="*/ 0 w 1348191"/>
                  <a:gd name="T7" fmla="*/ 46589 h 791462"/>
                  <a:gd name="T8" fmla="*/ 131634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cxnSp>
            <p:nvCxnSpPr>
              <p:cNvPr id="344" name="Straight Connector 343">
                <a:extLst>
                  <a:ext uri="{FF2B5EF4-FFF2-40B4-BE49-F238E27FC236}">
                    <a16:creationId xmlns:a16="http://schemas.microsoft.com/office/drawing/2014/main" id="{6CC7B22F-7BF7-7839-C5AF-02E85A586734}"/>
                  </a:ext>
                </a:extLst>
              </p:cNvPr>
              <p:cNvCxnSpPr>
                <a:cxnSpLocks noChangeShapeType="1"/>
                <a:endCxn id="339" idx="2"/>
              </p:cNvCxnSpPr>
              <p:nvPr/>
            </p:nvCxnSpPr>
            <p:spPr bwMode="auto">
              <a:xfrm flipH="1" flipV="1">
                <a:off x="7914388" y="1615701"/>
                <a:ext cx="1756" cy="76416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45" name="Straight Connector 344">
                <a:extLst>
                  <a:ext uri="{FF2B5EF4-FFF2-40B4-BE49-F238E27FC236}">
                    <a16:creationId xmlns:a16="http://schemas.microsoft.com/office/drawing/2014/main" id="{43E60D9A-C09F-DB90-79D8-0BC3D4A62CC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8537368" y="1618903"/>
                <a:ext cx="1757" cy="76416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40" name="Group 590">
              <a:extLst>
                <a:ext uri="{FF2B5EF4-FFF2-40B4-BE49-F238E27FC236}">
                  <a16:creationId xmlns:a16="http://schemas.microsoft.com/office/drawing/2014/main" id="{A90A7D0F-628B-3B82-4CC5-6EDE25FFF4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7343" y="2485248"/>
              <a:ext cx="418211" cy="189727"/>
              <a:chOff x="7913987" y="1515773"/>
              <a:chExt cx="625138" cy="276534"/>
            </a:xfrm>
          </p:grpSpPr>
          <p:sp>
            <p:nvSpPr>
              <p:cNvPr id="328" name="Oval 327">
                <a:extLst>
                  <a:ext uri="{FF2B5EF4-FFF2-40B4-BE49-F238E27FC236}">
                    <a16:creationId xmlns:a16="http://schemas.microsoft.com/office/drawing/2014/main" id="{136109A6-F637-2F86-1A02-F22D09885C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7915743" y="1593920"/>
                <a:ext cx="623382" cy="198387"/>
              </a:xfrm>
              <a:prstGeom prst="ellipse">
                <a:avLst/>
              </a:prstGeom>
              <a:gradFill rotWithShape="1">
                <a:gsLst>
                  <a:gs pos="0">
                    <a:srgbClr val="7F7F7F"/>
                  </a:gs>
                  <a:gs pos="53000">
                    <a:srgbClr val="D9D9D9"/>
                  </a:gs>
                  <a:gs pos="100000">
                    <a:srgbClr val="7F7F7F"/>
                  </a:gs>
                </a:gsLst>
                <a:lin ang="0" scaled="1"/>
              </a:gradFill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BFBFBF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A7A91CCE-B0E3-092A-295A-F7F830468ED8}"/>
                  </a:ext>
                </a:extLst>
              </p:cNvPr>
              <p:cNvSpPr/>
              <p:nvPr/>
            </p:nvSpPr>
            <p:spPr bwMode="auto">
              <a:xfrm>
                <a:off x="7912896" y="1623342"/>
                <a:ext cx="626467" cy="71730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300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30" name="Oval 329">
                <a:extLst>
                  <a:ext uri="{FF2B5EF4-FFF2-40B4-BE49-F238E27FC236}">
                    <a16:creationId xmlns:a16="http://schemas.microsoft.com/office/drawing/2014/main" id="{E699680B-6F96-1967-2934-529E07D009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7914388" y="1515773"/>
                <a:ext cx="623381" cy="198387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31" name="Freeform 777">
                <a:extLst>
                  <a:ext uri="{FF2B5EF4-FFF2-40B4-BE49-F238E27FC236}">
                    <a16:creationId xmlns:a16="http://schemas.microsoft.com/office/drawing/2014/main" id="{3E44F9A0-51C5-7D38-3926-EE9959777C98}"/>
                  </a:ext>
                </a:extLst>
              </p:cNvPr>
              <p:cNvSpPr/>
              <p:nvPr/>
            </p:nvSpPr>
            <p:spPr bwMode="auto">
              <a:xfrm>
                <a:off x="8071885" y="1581693"/>
                <a:ext cx="306115" cy="99496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32" name="Freeform 778">
                <a:extLst>
                  <a:ext uri="{FF2B5EF4-FFF2-40B4-BE49-F238E27FC236}">
                    <a16:creationId xmlns:a16="http://schemas.microsoft.com/office/drawing/2014/main" id="{BAD0AAD9-B4FF-07E2-AD49-B4881BD77D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2174" y="1555712"/>
                <a:ext cx="367006" cy="69068"/>
              </a:xfrm>
              <a:custGeom>
                <a:avLst/>
                <a:gdLst>
                  <a:gd name="T0" fmla="*/ 0 w 3723451"/>
                  <a:gd name="T1" fmla="*/ 16897 h 932950"/>
                  <a:gd name="T2" fmla="*/ 64577 w 3723451"/>
                  <a:gd name="T3" fmla="*/ 199 h 932950"/>
                  <a:gd name="T4" fmla="*/ 182917 w 3723451"/>
                  <a:gd name="T5" fmla="*/ 38538 h 932950"/>
                  <a:gd name="T6" fmla="*/ 295814 w 3723451"/>
                  <a:gd name="T7" fmla="*/ 0 h 932950"/>
                  <a:gd name="T8" fmla="*/ 367006 w 3723451"/>
                  <a:gd name="T9" fmla="*/ 15336 h 932950"/>
                  <a:gd name="T10" fmla="*/ 314039 w 3723451"/>
                  <a:gd name="T11" fmla="*/ 34193 h 932950"/>
                  <a:gd name="T12" fmla="*/ 296986 w 3723451"/>
                  <a:gd name="T13" fmla="*/ 29109 h 932950"/>
                  <a:gd name="T14" fmla="*/ 184996 w 3723451"/>
                  <a:gd name="T15" fmla="*/ 69068 h 932950"/>
                  <a:gd name="T16" fmla="*/ 70141 w 3723451"/>
                  <a:gd name="T17" fmla="*/ 30579 h 932950"/>
                  <a:gd name="T18" fmla="*/ 51571 w 3723451"/>
                  <a:gd name="T19" fmla="*/ 34733 h 932950"/>
                  <a:gd name="T20" fmla="*/ 0 w 3723451"/>
                  <a:gd name="T21" fmla="*/ 16897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333" name="Freeform 779">
                <a:extLst>
                  <a:ext uri="{FF2B5EF4-FFF2-40B4-BE49-F238E27FC236}">
                    <a16:creationId xmlns:a16="http://schemas.microsoft.com/office/drawing/2014/main" id="{44B50B47-1F78-D7E8-56F0-4B52C500D7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2748" y="1614494"/>
                <a:ext cx="135212" cy="60251"/>
              </a:xfrm>
              <a:custGeom>
                <a:avLst/>
                <a:gdLst>
                  <a:gd name="T0" fmla="*/ 0 w 1366596"/>
                  <a:gd name="T1" fmla="*/ 0 h 809868"/>
                  <a:gd name="T2" fmla="*/ 135212 w 1366596"/>
                  <a:gd name="T3" fmla="*/ 46558 h 809868"/>
                  <a:gd name="T4" fmla="*/ 85589 w 1366596"/>
                  <a:gd name="T5" fmla="*/ 60251 h 809868"/>
                  <a:gd name="T6" fmla="*/ 455 w 1366596"/>
                  <a:gd name="T7" fmla="*/ 3183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334" name="Freeform 780">
                <a:extLst>
                  <a:ext uri="{FF2B5EF4-FFF2-40B4-BE49-F238E27FC236}">
                    <a16:creationId xmlns:a16="http://schemas.microsoft.com/office/drawing/2014/main" id="{B7345CAE-3683-D5E5-FAEE-51250DD2EA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5150" y="1615964"/>
                <a:ext cx="133456" cy="60250"/>
              </a:xfrm>
              <a:custGeom>
                <a:avLst/>
                <a:gdLst>
                  <a:gd name="T0" fmla="*/ 131634 w 1348191"/>
                  <a:gd name="T1" fmla="*/ 0 h 791462"/>
                  <a:gd name="T2" fmla="*/ 133456 w 1348191"/>
                  <a:gd name="T3" fmla="*/ 29074 h 791462"/>
                  <a:gd name="T4" fmla="*/ 48281 w 1348191"/>
                  <a:gd name="T5" fmla="*/ 60250 h 791462"/>
                  <a:gd name="T6" fmla="*/ 0 w 1348191"/>
                  <a:gd name="T7" fmla="*/ 46589 h 791462"/>
                  <a:gd name="T8" fmla="*/ 131634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DC20DC3A-0ED7-FA96-C5B3-51D038A171E9}"/>
                  </a:ext>
                </a:extLst>
              </p:cNvPr>
              <p:cNvCxnSpPr>
                <a:cxnSpLocks noChangeShapeType="1"/>
                <a:endCxn id="330" idx="2"/>
              </p:cNvCxnSpPr>
              <p:nvPr/>
            </p:nvCxnSpPr>
            <p:spPr bwMode="auto">
              <a:xfrm flipH="1" flipV="1">
                <a:off x="7914388" y="1615701"/>
                <a:ext cx="1756" cy="76416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FDE9CD57-4BB3-16CE-EA51-D8F76B65063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8537368" y="1618903"/>
                <a:ext cx="1757" cy="76416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41" name="Group 591">
              <a:extLst>
                <a:ext uri="{FF2B5EF4-FFF2-40B4-BE49-F238E27FC236}">
                  <a16:creationId xmlns:a16="http://schemas.microsoft.com/office/drawing/2014/main" id="{77E098CD-AAB5-2E5C-1777-D5CD6A0B6A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95275" y="2751878"/>
              <a:ext cx="418211" cy="189727"/>
              <a:chOff x="7913987" y="1515773"/>
              <a:chExt cx="625138" cy="276534"/>
            </a:xfrm>
          </p:grpSpPr>
          <p:sp>
            <p:nvSpPr>
              <p:cNvPr id="319" name="Oval 318">
                <a:extLst>
                  <a:ext uri="{FF2B5EF4-FFF2-40B4-BE49-F238E27FC236}">
                    <a16:creationId xmlns:a16="http://schemas.microsoft.com/office/drawing/2014/main" id="{10FBF558-461E-9C58-53CB-01CB008C0D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7915743" y="1593920"/>
                <a:ext cx="623382" cy="198387"/>
              </a:xfrm>
              <a:prstGeom prst="ellipse">
                <a:avLst/>
              </a:prstGeom>
              <a:gradFill rotWithShape="1">
                <a:gsLst>
                  <a:gs pos="0">
                    <a:srgbClr val="7F7F7F"/>
                  </a:gs>
                  <a:gs pos="53000">
                    <a:srgbClr val="D9D9D9"/>
                  </a:gs>
                  <a:gs pos="100000">
                    <a:srgbClr val="7F7F7F"/>
                  </a:gs>
                </a:gsLst>
                <a:lin ang="0" scaled="1"/>
              </a:gradFill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BFBFBF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20" name="Rectangle 319">
                <a:extLst>
                  <a:ext uri="{FF2B5EF4-FFF2-40B4-BE49-F238E27FC236}">
                    <a16:creationId xmlns:a16="http://schemas.microsoft.com/office/drawing/2014/main" id="{8D0020D4-5A74-41E1-B30E-131239253CDD}"/>
                  </a:ext>
                </a:extLst>
              </p:cNvPr>
              <p:cNvSpPr/>
              <p:nvPr/>
            </p:nvSpPr>
            <p:spPr bwMode="auto">
              <a:xfrm>
                <a:off x="7912903" y="1621131"/>
                <a:ext cx="626467" cy="71728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300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21" name="Oval 320">
                <a:extLst>
                  <a:ext uri="{FF2B5EF4-FFF2-40B4-BE49-F238E27FC236}">
                    <a16:creationId xmlns:a16="http://schemas.microsoft.com/office/drawing/2014/main" id="{A0985BC5-A10A-5FA2-BC36-D3DFB80F43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7914388" y="1515773"/>
                <a:ext cx="623381" cy="198387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22" name="Freeform 768">
                <a:extLst>
                  <a:ext uri="{FF2B5EF4-FFF2-40B4-BE49-F238E27FC236}">
                    <a16:creationId xmlns:a16="http://schemas.microsoft.com/office/drawing/2014/main" id="{C85EB0BF-A2EB-0E9F-D4C5-FD613CAF9DDE}"/>
                  </a:ext>
                </a:extLst>
              </p:cNvPr>
              <p:cNvSpPr/>
              <p:nvPr/>
            </p:nvSpPr>
            <p:spPr bwMode="auto">
              <a:xfrm>
                <a:off x="8071894" y="1579482"/>
                <a:ext cx="306114" cy="101809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23" name="Freeform 769">
                <a:extLst>
                  <a:ext uri="{FF2B5EF4-FFF2-40B4-BE49-F238E27FC236}">
                    <a16:creationId xmlns:a16="http://schemas.microsoft.com/office/drawing/2014/main" id="{8EB0E88D-AC30-A731-963A-78736F1CD1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2174" y="1555712"/>
                <a:ext cx="367006" cy="69068"/>
              </a:xfrm>
              <a:custGeom>
                <a:avLst/>
                <a:gdLst>
                  <a:gd name="T0" fmla="*/ 0 w 3723451"/>
                  <a:gd name="T1" fmla="*/ 16897 h 932950"/>
                  <a:gd name="T2" fmla="*/ 64577 w 3723451"/>
                  <a:gd name="T3" fmla="*/ 199 h 932950"/>
                  <a:gd name="T4" fmla="*/ 182917 w 3723451"/>
                  <a:gd name="T5" fmla="*/ 38538 h 932950"/>
                  <a:gd name="T6" fmla="*/ 295814 w 3723451"/>
                  <a:gd name="T7" fmla="*/ 0 h 932950"/>
                  <a:gd name="T8" fmla="*/ 367006 w 3723451"/>
                  <a:gd name="T9" fmla="*/ 15336 h 932950"/>
                  <a:gd name="T10" fmla="*/ 314039 w 3723451"/>
                  <a:gd name="T11" fmla="*/ 34193 h 932950"/>
                  <a:gd name="T12" fmla="*/ 296986 w 3723451"/>
                  <a:gd name="T13" fmla="*/ 29109 h 932950"/>
                  <a:gd name="T14" fmla="*/ 184996 w 3723451"/>
                  <a:gd name="T15" fmla="*/ 69068 h 932950"/>
                  <a:gd name="T16" fmla="*/ 70141 w 3723451"/>
                  <a:gd name="T17" fmla="*/ 30579 h 932950"/>
                  <a:gd name="T18" fmla="*/ 51571 w 3723451"/>
                  <a:gd name="T19" fmla="*/ 34733 h 932950"/>
                  <a:gd name="T20" fmla="*/ 0 w 3723451"/>
                  <a:gd name="T21" fmla="*/ 16897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324" name="Freeform 770">
                <a:extLst>
                  <a:ext uri="{FF2B5EF4-FFF2-40B4-BE49-F238E27FC236}">
                    <a16:creationId xmlns:a16="http://schemas.microsoft.com/office/drawing/2014/main" id="{052E1D1D-5453-91DE-5CF4-40E0A6AF51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2748" y="1614494"/>
                <a:ext cx="135212" cy="60251"/>
              </a:xfrm>
              <a:custGeom>
                <a:avLst/>
                <a:gdLst>
                  <a:gd name="T0" fmla="*/ 0 w 1366596"/>
                  <a:gd name="T1" fmla="*/ 0 h 809868"/>
                  <a:gd name="T2" fmla="*/ 135212 w 1366596"/>
                  <a:gd name="T3" fmla="*/ 46558 h 809868"/>
                  <a:gd name="T4" fmla="*/ 85589 w 1366596"/>
                  <a:gd name="T5" fmla="*/ 60251 h 809868"/>
                  <a:gd name="T6" fmla="*/ 455 w 1366596"/>
                  <a:gd name="T7" fmla="*/ 3183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325" name="Freeform 771">
                <a:extLst>
                  <a:ext uri="{FF2B5EF4-FFF2-40B4-BE49-F238E27FC236}">
                    <a16:creationId xmlns:a16="http://schemas.microsoft.com/office/drawing/2014/main" id="{46620945-1763-E669-60DE-E5FEBF8361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5150" y="1615964"/>
                <a:ext cx="133456" cy="60250"/>
              </a:xfrm>
              <a:custGeom>
                <a:avLst/>
                <a:gdLst>
                  <a:gd name="T0" fmla="*/ 131634 w 1348191"/>
                  <a:gd name="T1" fmla="*/ 0 h 791462"/>
                  <a:gd name="T2" fmla="*/ 133456 w 1348191"/>
                  <a:gd name="T3" fmla="*/ 29074 h 791462"/>
                  <a:gd name="T4" fmla="*/ 48281 w 1348191"/>
                  <a:gd name="T5" fmla="*/ 60250 h 791462"/>
                  <a:gd name="T6" fmla="*/ 0 w 1348191"/>
                  <a:gd name="T7" fmla="*/ 46589 h 791462"/>
                  <a:gd name="T8" fmla="*/ 131634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EB49D94F-159B-00A7-98DE-45D4AB6DCE7C}"/>
                  </a:ext>
                </a:extLst>
              </p:cNvPr>
              <p:cNvCxnSpPr>
                <a:cxnSpLocks noChangeShapeType="1"/>
                <a:endCxn id="321" idx="2"/>
              </p:cNvCxnSpPr>
              <p:nvPr/>
            </p:nvCxnSpPr>
            <p:spPr bwMode="auto">
              <a:xfrm flipH="1" flipV="1">
                <a:off x="7914388" y="1615701"/>
                <a:ext cx="1756" cy="76416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3D5AB7CE-FAC2-D671-4E4C-5823EA425E0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8537368" y="1618903"/>
                <a:ext cx="1757" cy="76416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42" name="Group 592">
              <a:extLst>
                <a:ext uri="{FF2B5EF4-FFF2-40B4-BE49-F238E27FC236}">
                  <a16:creationId xmlns:a16="http://schemas.microsoft.com/office/drawing/2014/main" id="{490B7803-3122-212C-6398-C79EF85C64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88975" y="3633334"/>
              <a:ext cx="418211" cy="189727"/>
              <a:chOff x="7913987" y="1515773"/>
              <a:chExt cx="625138" cy="276534"/>
            </a:xfrm>
          </p:grpSpPr>
          <p:sp>
            <p:nvSpPr>
              <p:cNvPr id="310" name="Oval 309">
                <a:extLst>
                  <a:ext uri="{FF2B5EF4-FFF2-40B4-BE49-F238E27FC236}">
                    <a16:creationId xmlns:a16="http://schemas.microsoft.com/office/drawing/2014/main" id="{9C739089-1DD6-B9D2-A0B7-60DD99BD3A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7915743" y="1593920"/>
                <a:ext cx="623382" cy="198387"/>
              </a:xfrm>
              <a:prstGeom prst="ellipse">
                <a:avLst/>
              </a:prstGeom>
              <a:gradFill rotWithShape="1">
                <a:gsLst>
                  <a:gs pos="0">
                    <a:srgbClr val="7F7F7F"/>
                  </a:gs>
                  <a:gs pos="53000">
                    <a:srgbClr val="D9D9D9"/>
                  </a:gs>
                  <a:gs pos="100000">
                    <a:srgbClr val="7F7F7F"/>
                  </a:gs>
                </a:gsLst>
                <a:lin ang="0" scaled="1"/>
              </a:gradFill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BFBFBF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0AA053C5-1559-CE5D-6890-55B01B5237FD}"/>
                  </a:ext>
                </a:extLst>
              </p:cNvPr>
              <p:cNvSpPr/>
              <p:nvPr/>
            </p:nvSpPr>
            <p:spPr bwMode="auto">
              <a:xfrm>
                <a:off x="7912811" y="1622871"/>
                <a:ext cx="626467" cy="71728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300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12" name="Oval 311">
                <a:extLst>
                  <a:ext uri="{FF2B5EF4-FFF2-40B4-BE49-F238E27FC236}">
                    <a16:creationId xmlns:a16="http://schemas.microsoft.com/office/drawing/2014/main" id="{CF2C4E2B-66D6-D4AF-F2A2-A7BCB9B11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7914388" y="1515773"/>
                <a:ext cx="623381" cy="198387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13" name="Freeform 759">
                <a:extLst>
                  <a:ext uri="{FF2B5EF4-FFF2-40B4-BE49-F238E27FC236}">
                    <a16:creationId xmlns:a16="http://schemas.microsoft.com/office/drawing/2014/main" id="{A884E92A-B9D0-7D52-6378-C44BBA2671F8}"/>
                  </a:ext>
                </a:extLst>
              </p:cNvPr>
              <p:cNvSpPr/>
              <p:nvPr/>
            </p:nvSpPr>
            <p:spPr bwMode="auto">
              <a:xfrm>
                <a:off x="8071800" y="1581222"/>
                <a:ext cx="306115" cy="99494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14" name="Freeform 760">
                <a:extLst>
                  <a:ext uri="{FF2B5EF4-FFF2-40B4-BE49-F238E27FC236}">
                    <a16:creationId xmlns:a16="http://schemas.microsoft.com/office/drawing/2014/main" id="{BC4E3897-A076-2F63-9319-6B59A2CCB8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2174" y="1555712"/>
                <a:ext cx="367006" cy="69068"/>
              </a:xfrm>
              <a:custGeom>
                <a:avLst/>
                <a:gdLst>
                  <a:gd name="T0" fmla="*/ 0 w 3723451"/>
                  <a:gd name="T1" fmla="*/ 16897 h 932950"/>
                  <a:gd name="T2" fmla="*/ 64577 w 3723451"/>
                  <a:gd name="T3" fmla="*/ 199 h 932950"/>
                  <a:gd name="T4" fmla="*/ 182917 w 3723451"/>
                  <a:gd name="T5" fmla="*/ 38538 h 932950"/>
                  <a:gd name="T6" fmla="*/ 295814 w 3723451"/>
                  <a:gd name="T7" fmla="*/ 0 h 932950"/>
                  <a:gd name="T8" fmla="*/ 367006 w 3723451"/>
                  <a:gd name="T9" fmla="*/ 15336 h 932950"/>
                  <a:gd name="T10" fmla="*/ 314039 w 3723451"/>
                  <a:gd name="T11" fmla="*/ 34193 h 932950"/>
                  <a:gd name="T12" fmla="*/ 296986 w 3723451"/>
                  <a:gd name="T13" fmla="*/ 29109 h 932950"/>
                  <a:gd name="T14" fmla="*/ 184996 w 3723451"/>
                  <a:gd name="T15" fmla="*/ 69068 h 932950"/>
                  <a:gd name="T16" fmla="*/ 70141 w 3723451"/>
                  <a:gd name="T17" fmla="*/ 30579 h 932950"/>
                  <a:gd name="T18" fmla="*/ 51571 w 3723451"/>
                  <a:gd name="T19" fmla="*/ 34733 h 932950"/>
                  <a:gd name="T20" fmla="*/ 0 w 3723451"/>
                  <a:gd name="T21" fmla="*/ 16897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315" name="Freeform 761">
                <a:extLst>
                  <a:ext uri="{FF2B5EF4-FFF2-40B4-BE49-F238E27FC236}">
                    <a16:creationId xmlns:a16="http://schemas.microsoft.com/office/drawing/2014/main" id="{7CF508AC-71CD-D68C-E3BC-1E42DA94C9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2748" y="1614494"/>
                <a:ext cx="135212" cy="60251"/>
              </a:xfrm>
              <a:custGeom>
                <a:avLst/>
                <a:gdLst>
                  <a:gd name="T0" fmla="*/ 0 w 1366596"/>
                  <a:gd name="T1" fmla="*/ 0 h 809868"/>
                  <a:gd name="T2" fmla="*/ 135212 w 1366596"/>
                  <a:gd name="T3" fmla="*/ 46558 h 809868"/>
                  <a:gd name="T4" fmla="*/ 85589 w 1366596"/>
                  <a:gd name="T5" fmla="*/ 60251 h 809868"/>
                  <a:gd name="T6" fmla="*/ 455 w 1366596"/>
                  <a:gd name="T7" fmla="*/ 3183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316" name="Freeform 762">
                <a:extLst>
                  <a:ext uri="{FF2B5EF4-FFF2-40B4-BE49-F238E27FC236}">
                    <a16:creationId xmlns:a16="http://schemas.microsoft.com/office/drawing/2014/main" id="{40EABED8-3C8D-BBA9-F626-8BC5D58291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5150" y="1615964"/>
                <a:ext cx="133456" cy="60250"/>
              </a:xfrm>
              <a:custGeom>
                <a:avLst/>
                <a:gdLst>
                  <a:gd name="T0" fmla="*/ 131634 w 1348191"/>
                  <a:gd name="T1" fmla="*/ 0 h 791462"/>
                  <a:gd name="T2" fmla="*/ 133456 w 1348191"/>
                  <a:gd name="T3" fmla="*/ 29074 h 791462"/>
                  <a:gd name="T4" fmla="*/ 48281 w 1348191"/>
                  <a:gd name="T5" fmla="*/ 60250 h 791462"/>
                  <a:gd name="T6" fmla="*/ 0 w 1348191"/>
                  <a:gd name="T7" fmla="*/ 46589 h 791462"/>
                  <a:gd name="T8" fmla="*/ 131634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cxnSp>
            <p:nvCxnSpPr>
              <p:cNvPr id="317" name="Straight Connector 316">
                <a:extLst>
                  <a:ext uri="{FF2B5EF4-FFF2-40B4-BE49-F238E27FC236}">
                    <a16:creationId xmlns:a16="http://schemas.microsoft.com/office/drawing/2014/main" id="{CD288558-3E64-58F4-F8CD-38F4ACCF4689}"/>
                  </a:ext>
                </a:extLst>
              </p:cNvPr>
              <p:cNvCxnSpPr>
                <a:cxnSpLocks noChangeShapeType="1"/>
                <a:endCxn id="312" idx="2"/>
              </p:cNvCxnSpPr>
              <p:nvPr/>
            </p:nvCxnSpPr>
            <p:spPr bwMode="auto">
              <a:xfrm flipH="1" flipV="1">
                <a:off x="7914388" y="1615701"/>
                <a:ext cx="1756" cy="76416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C483976D-DDDD-EE0B-404B-D9184A8AA13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8537368" y="1618903"/>
                <a:ext cx="1757" cy="76416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43" name="Group 593">
              <a:extLst>
                <a:ext uri="{FF2B5EF4-FFF2-40B4-BE49-F238E27FC236}">
                  <a16:creationId xmlns:a16="http://schemas.microsoft.com/office/drawing/2014/main" id="{B8016C33-E02E-7835-DB5C-9808B0652B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8699" y="3641266"/>
              <a:ext cx="418211" cy="189727"/>
              <a:chOff x="7913987" y="1515773"/>
              <a:chExt cx="625138" cy="276534"/>
            </a:xfrm>
          </p:grpSpPr>
          <p:sp>
            <p:nvSpPr>
              <p:cNvPr id="301" name="Oval 300">
                <a:extLst>
                  <a:ext uri="{FF2B5EF4-FFF2-40B4-BE49-F238E27FC236}">
                    <a16:creationId xmlns:a16="http://schemas.microsoft.com/office/drawing/2014/main" id="{8038887E-35C1-67AF-F112-D450D606F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7915743" y="1593920"/>
                <a:ext cx="623382" cy="198387"/>
              </a:xfrm>
              <a:prstGeom prst="ellipse">
                <a:avLst/>
              </a:prstGeom>
              <a:gradFill rotWithShape="1">
                <a:gsLst>
                  <a:gs pos="0">
                    <a:srgbClr val="7F7F7F"/>
                  </a:gs>
                  <a:gs pos="53000">
                    <a:srgbClr val="D9D9D9"/>
                  </a:gs>
                  <a:gs pos="100000">
                    <a:srgbClr val="7F7F7F"/>
                  </a:gs>
                </a:gsLst>
                <a:lin ang="0" scaled="1"/>
              </a:gradFill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BFBFBF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2454CEF7-D14E-BB7D-D18A-3FD41B63D406}"/>
                  </a:ext>
                </a:extLst>
              </p:cNvPr>
              <p:cNvSpPr/>
              <p:nvPr/>
            </p:nvSpPr>
            <p:spPr bwMode="auto">
              <a:xfrm>
                <a:off x="7913821" y="1622879"/>
                <a:ext cx="626467" cy="71730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300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03" name="Oval 302">
                <a:extLst>
                  <a:ext uri="{FF2B5EF4-FFF2-40B4-BE49-F238E27FC236}">
                    <a16:creationId xmlns:a16="http://schemas.microsoft.com/office/drawing/2014/main" id="{04A590E2-BE7C-4931-B039-CBB93C736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7914388" y="1515773"/>
                <a:ext cx="623381" cy="198387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04" name="Freeform 750">
                <a:extLst>
                  <a:ext uri="{FF2B5EF4-FFF2-40B4-BE49-F238E27FC236}">
                    <a16:creationId xmlns:a16="http://schemas.microsoft.com/office/drawing/2014/main" id="{B5D6C553-1E67-C2AC-B9D3-5A0ADE93147D}"/>
                  </a:ext>
                </a:extLst>
              </p:cNvPr>
              <p:cNvSpPr/>
              <p:nvPr/>
            </p:nvSpPr>
            <p:spPr bwMode="auto">
              <a:xfrm>
                <a:off x="8072810" y="1581230"/>
                <a:ext cx="306115" cy="99496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05" name="Freeform 751">
                <a:extLst>
                  <a:ext uri="{FF2B5EF4-FFF2-40B4-BE49-F238E27FC236}">
                    <a16:creationId xmlns:a16="http://schemas.microsoft.com/office/drawing/2014/main" id="{EDED1AD1-E5E8-93B5-589C-80A8875959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2174" y="1555712"/>
                <a:ext cx="367006" cy="69068"/>
              </a:xfrm>
              <a:custGeom>
                <a:avLst/>
                <a:gdLst>
                  <a:gd name="T0" fmla="*/ 0 w 3723451"/>
                  <a:gd name="T1" fmla="*/ 16897 h 932950"/>
                  <a:gd name="T2" fmla="*/ 64577 w 3723451"/>
                  <a:gd name="T3" fmla="*/ 199 h 932950"/>
                  <a:gd name="T4" fmla="*/ 182917 w 3723451"/>
                  <a:gd name="T5" fmla="*/ 38538 h 932950"/>
                  <a:gd name="T6" fmla="*/ 295814 w 3723451"/>
                  <a:gd name="T7" fmla="*/ 0 h 932950"/>
                  <a:gd name="T8" fmla="*/ 367006 w 3723451"/>
                  <a:gd name="T9" fmla="*/ 15336 h 932950"/>
                  <a:gd name="T10" fmla="*/ 314039 w 3723451"/>
                  <a:gd name="T11" fmla="*/ 34193 h 932950"/>
                  <a:gd name="T12" fmla="*/ 296986 w 3723451"/>
                  <a:gd name="T13" fmla="*/ 29109 h 932950"/>
                  <a:gd name="T14" fmla="*/ 184996 w 3723451"/>
                  <a:gd name="T15" fmla="*/ 69068 h 932950"/>
                  <a:gd name="T16" fmla="*/ 70141 w 3723451"/>
                  <a:gd name="T17" fmla="*/ 30579 h 932950"/>
                  <a:gd name="T18" fmla="*/ 51571 w 3723451"/>
                  <a:gd name="T19" fmla="*/ 34733 h 932950"/>
                  <a:gd name="T20" fmla="*/ 0 w 3723451"/>
                  <a:gd name="T21" fmla="*/ 16897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306" name="Freeform 752">
                <a:extLst>
                  <a:ext uri="{FF2B5EF4-FFF2-40B4-BE49-F238E27FC236}">
                    <a16:creationId xmlns:a16="http://schemas.microsoft.com/office/drawing/2014/main" id="{A64D8434-818A-4D9F-3C6D-DFDEF6D2A9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2748" y="1614494"/>
                <a:ext cx="135212" cy="60251"/>
              </a:xfrm>
              <a:custGeom>
                <a:avLst/>
                <a:gdLst>
                  <a:gd name="T0" fmla="*/ 0 w 1366596"/>
                  <a:gd name="T1" fmla="*/ 0 h 809868"/>
                  <a:gd name="T2" fmla="*/ 135212 w 1366596"/>
                  <a:gd name="T3" fmla="*/ 46558 h 809868"/>
                  <a:gd name="T4" fmla="*/ 85589 w 1366596"/>
                  <a:gd name="T5" fmla="*/ 60251 h 809868"/>
                  <a:gd name="T6" fmla="*/ 455 w 1366596"/>
                  <a:gd name="T7" fmla="*/ 3183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307" name="Freeform 753">
                <a:extLst>
                  <a:ext uri="{FF2B5EF4-FFF2-40B4-BE49-F238E27FC236}">
                    <a16:creationId xmlns:a16="http://schemas.microsoft.com/office/drawing/2014/main" id="{2A137118-970F-5C01-98C5-876B7FFC77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5150" y="1615964"/>
                <a:ext cx="133456" cy="60250"/>
              </a:xfrm>
              <a:custGeom>
                <a:avLst/>
                <a:gdLst>
                  <a:gd name="T0" fmla="*/ 131634 w 1348191"/>
                  <a:gd name="T1" fmla="*/ 0 h 791462"/>
                  <a:gd name="T2" fmla="*/ 133456 w 1348191"/>
                  <a:gd name="T3" fmla="*/ 29074 h 791462"/>
                  <a:gd name="T4" fmla="*/ 48281 w 1348191"/>
                  <a:gd name="T5" fmla="*/ 60250 h 791462"/>
                  <a:gd name="T6" fmla="*/ 0 w 1348191"/>
                  <a:gd name="T7" fmla="*/ 46589 h 791462"/>
                  <a:gd name="T8" fmla="*/ 131634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04403C43-0945-BDEF-EAD9-BE3AA7D4340E}"/>
                  </a:ext>
                </a:extLst>
              </p:cNvPr>
              <p:cNvCxnSpPr>
                <a:cxnSpLocks noChangeShapeType="1"/>
                <a:endCxn id="303" idx="2"/>
              </p:cNvCxnSpPr>
              <p:nvPr/>
            </p:nvCxnSpPr>
            <p:spPr bwMode="auto">
              <a:xfrm flipH="1" flipV="1">
                <a:off x="7914388" y="1615701"/>
                <a:ext cx="1756" cy="76416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9" name="Straight Connector 308">
                <a:extLst>
                  <a:ext uri="{FF2B5EF4-FFF2-40B4-BE49-F238E27FC236}">
                    <a16:creationId xmlns:a16="http://schemas.microsoft.com/office/drawing/2014/main" id="{016AFD76-281C-B2FE-5952-D47709819F9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8537368" y="1618903"/>
                <a:ext cx="1757" cy="76416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44" name="Group 594">
              <a:extLst>
                <a:ext uri="{FF2B5EF4-FFF2-40B4-BE49-F238E27FC236}">
                  <a16:creationId xmlns:a16="http://schemas.microsoft.com/office/drawing/2014/main" id="{0586674A-8905-89AC-9860-036F72366B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40813" y="3924693"/>
              <a:ext cx="418211" cy="189727"/>
              <a:chOff x="7913987" y="1515773"/>
              <a:chExt cx="625138" cy="276534"/>
            </a:xfrm>
          </p:grpSpPr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E5882E50-D854-E401-E7B8-4A41AD9C05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7915743" y="1593920"/>
                <a:ext cx="623382" cy="198387"/>
              </a:xfrm>
              <a:prstGeom prst="ellipse">
                <a:avLst/>
              </a:prstGeom>
              <a:gradFill rotWithShape="1">
                <a:gsLst>
                  <a:gs pos="0">
                    <a:srgbClr val="7F7F7F"/>
                  </a:gs>
                  <a:gs pos="53000">
                    <a:srgbClr val="D9D9D9"/>
                  </a:gs>
                  <a:gs pos="100000">
                    <a:srgbClr val="7F7F7F"/>
                  </a:gs>
                </a:gsLst>
                <a:lin ang="0" scaled="1"/>
              </a:gradFill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BFBFBF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4F6F01B7-10C4-D735-1A90-3024811F0F15}"/>
                  </a:ext>
                </a:extLst>
              </p:cNvPr>
              <p:cNvSpPr/>
              <p:nvPr/>
            </p:nvSpPr>
            <p:spPr bwMode="auto">
              <a:xfrm>
                <a:off x="7913688" y="1621637"/>
                <a:ext cx="626467" cy="71730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300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294" name="Oval 293">
                <a:extLst>
                  <a:ext uri="{FF2B5EF4-FFF2-40B4-BE49-F238E27FC236}">
                    <a16:creationId xmlns:a16="http://schemas.microsoft.com/office/drawing/2014/main" id="{A60F7C18-880A-619C-5FD6-9FF7AC4501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7914388" y="1515773"/>
                <a:ext cx="623381" cy="198387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95" name="Freeform 741">
                <a:extLst>
                  <a:ext uri="{FF2B5EF4-FFF2-40B4-BE49-F238E27FC236}">
                    <a16:creationId xmlns:a16="http://schemas.microsoft.com/office/drawing/2014/main" id="{E9FDE5D3-9532-AAA4-BB03-EAFD921E7D18}"/>
                  </a:ext>
                </a:extLst>
              </p:cNvPr>
              <p:cNvSpPr/>
              <p:nvPr/>
            </p:nvSpPr>
            <p:spPr bwMode="auto">
              <a:xfrm>
                <a:off x="8072677" y="1579988"/>
                <a:ext cx="306115" cy="101809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296" name="Freeform 742">
                <a:extLst>
                  <a:ext uri="{FF2B5EF4-FFF2-40B4-BE49-F238E27FC236}">
                    <a16:creationId xmlns:a16="http://schemas.microsoft.com/office/drawing/2014/main" id="{E3195037-7F86-F486-5115-C300221A8A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2174" y="1555712"/>
                <a:ext cx="367006" cy="69068"/>
              </a:xfrm>
              <a:custGeom>
                <a:avLst/>
                <a:gdLst>
                  <a:gd name="T0" fmla="*/ 0 w 3723451"/>
                  <a:gd name="T1" fmla="*/ 16897 h 932950"/>
                  <a:gd name="T2" fmla="*/ 64577 w 3723451"/>
                  <a:gd name="T3" fmla="*/ 199 h 932950"/>
                  <a:gd name="T4" fmla="*/ 182917 w 3723451"/>
                  <a:gd name="T5" fmla="*/ 38538 h 932950"/>
                  <a:gd name="T6" fmla="*/ 295814 w 3723451"/>
                  <a:gd name="T7" fmla="*/ 0 h 932950"/>
                  <a:gd name="T8" fmla="*/ 367006 w 3723451"/>
                  <a:gd name="T9" fmla="*/ 15336 h 932950"/>
                  <a:gd name="T10" fmla="*/ 314039 w 3723451"/>
                  <a:gd name="T11" fmla="*/ 34193 h 932950"/>
                  <a:gd name="T12" fmla="*/ 296986 w 3723451"/>
                  <a:gd name="T13" fmla="*/ 29109 h 932950"/>
                  <a:gd name="T14" fmla="*/ 184996 w 3723451"/>
                  <a:gd name="T15" fmla="*/ 69068 h 932950"/>
                  <a:gd name="T16" fmla="*/ 70141 w 3723451"/>
                  <a:gd name="T17" fmla="*/ 30579 h 932950"/>
                  <a:gd name="T18" fmla="*/ 51571 w 3723451"/>
                  <a:gd name="T19" fmla="*/ 34733 h 932950"/>
                  <a:gd name="T20" fmla="*/ 0 w 3723451"/>
                  <a:gd name="T21" fmla="*/ 16897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297" name="Freeform 743">
                <a:extLst>
                  <a:ext uri="{FF2B5EF4-FFF2-40B4-BE49-F238E27FC236}">
                    <a16:creationId xmlns:a16="http://schemas.microsoft.com/office/drawing/2014/main" id="{7BACEB72-3D10-83DD-96D0-72472690A7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2748" y="1614494"/>
                <a:ext cx="135212" cy="60251"/>
              </a:xfrm>
              <a:custGeom>
                <a:avLst/>
                <a:gdLst>
                  <a:gd name="T0" fmla="*/ 0 w 1366596"/>
                  <a:gd name="T1" fmla="*/ 0 h 809868"/>
                  <a:gd name="T2" fmla="*/ 135212 w 1366596"/>
                  <a:gd name="T3" fmla="*/ 46558 h 809868"/>
                  <a:gd name="T4" fmla="*/ 85589 w 1366596"/>
                  <a:gd name="T5" fmla="*/ 60251 h 809868"/>
                  <a:gd name="T6" fmla="*/ 455 w 1366596"/>
                  <a:gd name="T7" fmla="*/ 3183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298" name="Freeform 744">
                <a:extLst>
                  <a:ext uri="{FF2B5EF4-FFF2-40B4-BE49-F238E27FC236}">
                    <a16:creationId xmlns:a16="http://schemas.microsoft.com/office/drawing/2014/main" id="{41DCC34A-01D7-782C-C61B-CB71EC1220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5150" y="1615964"/>
                <a:ext cx="133456" cy="60250"/>
              </a:xfrm>
              <a:custGeom>
                <a:avLst/>
                <a:gdLst>
                  <a:gd name="T0" fmla="*/ 131634 w 1348191"/>
                  <a:gd name="T1" fmla="*/ 0 h 791462"/>
                  <a:gd name="T2" fmla="*/ 133456 w 1348191"/>
                  <a:gd name="T3" fmla="*/ 29074 h 791462"/>
                  <a:gd name="T4" fmla="*/ 48281 w 1348191"/>
                  <a:gd name="T5" fmla="*/ 60250 h 791462"/>
                  <a:gd name="T6" fmla="*/ 0 w 1348191"/>
                  <a:gd name="T7" fmla="*/ 46589 h 791462"/>
                  <a:gd name="T8" fmla="*/ 131634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2149EE2C-0D43-4E28-CEDE-1316880AAF60}"/>
                  </a:ext>
                </a:extLst>
              </p:cNvPr>
              <p:cNvCxnSpPr>
                <a:cxnSpLocks noChangeShapeType="1"/>
                <a:endCxn id="294" idx="2"/>
              </p:cNvCxnSpPr>
              <p:nvPr/>
            </p:nvCxnSpPr>
            <p:spPr bwMode="auto">
              <a:xfrm flipH="1" flipV="1">
                <a:off x="7914388" y="1615701"/>
                <a:ext cx="1756" cy="76416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05D90494-97B1-57C0-40FF-951998158D3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8537368" y="1618903"/>
                <a:ext cx="1757" cy="76416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45" name="Line 421">
              <a:extLst>
                <a:ext uri="{FF2B5EF4-FFF2-40B4-BE49-F238E27FC236}">
                  <a16:creationId xmlns:a16="http://schemas.microsoft.com/office/drawing/2014/main" id="{A83B8516-4E01-7A91-9541-216AA7BFA3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46" name="Line 422">
              <a:extLst>
                <a:ext uri="{FF2B5EF4-FFF2-40B4-BE49-F238E27FC236}">
                  <a16:creationId xmlns:a16="http://schemas.microsoft.com/office/drawing/2014/main" id="{91B4E6D8-5212-CB49-5D5B-DB907AF3B3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47" name="Line 423">
              <a:extLst>
                <a:ext uri="{FF2B5EF4-FFF2-40B4-BE49-F238E27FC236}">
                  <a16:creationId xmlns:a16="http://schemas.microsoft.com/office/drawing/2014/main" id="{B5BEA87D-3A53-8808-9DCA-51A841D08F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48" name="Line 444">
              <a:extLst>
                <a:ext uri="{FF2B5EF4-FFF2-40B4-BE49-F238E27FC236}">
                  <a16:creationId xmlns:a16="http://schemas.microsoft.com/office/drawing/2014/main" id="{2FAA1775-CA08-AD92-0C1B-25D3167FFE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49" name="Line 445">
              <a:extLst>
                <a:ext uri="{FF2B5EF4-FFF2-40B4-BE49-F238E27FC236}">
                  <a16:creationId xmlns:a16="http://schemas.microsoft.com/office/drawing/2014/main" id="{A72D0438-D07E-B5E1-3D77-6AFEE6F98B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50" name="Line 446">
              <a:extLst>
                <a:ext uri="{FF2B5EF4-FFF2-40B4-BE49-F238E27FC236}">
                  <a16:creationId xmlns:a16="http://schemas.microsoft.com/office/drawing/2014/main" id="{5D8C8148-1D1E-4F04-C12C-64683FC687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51" name="Line 447">
              <a:extLst>
                <a:ext uri="{FF2B5EF4-FFF2-40B4-BE49-F238E27FC236}">
                  <a16:creationId xmlns:a16="http://schemas.microsoft.com/office/drawing/2014/main" id="{FE741B53-05AD-F418-BEF0-FD9B754E46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52" name="Line 448">
              <a:extLst>
                <a:ext uri="{FF2B5EF4-FFF2-40B4-BE49-F238E27FC236}">
                  <a16:creationId xmlns:a16="http://schemas.microsoft.com/office/drawing/2014/main" id="{6D918BE8-88DE-98BC-29C9-87CD923596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53" name="Line 450">
              <a:extLst>
                <a:ext uri="{FF2B5EF4-FFF2-40B4-BE49-F238E27FC236}">
                  <a16:creationId xmlns:a16="http://schemas.microsoft.com/office/drawing/2014/main" id="{7D0D8DA1-67D3-E61F-FC8A-136FBA670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54" name="Line 451">
              <a:extLst>
                <a:ext uri="{FF2B5EF4-FFF2-40B4-BE49-F238E27FC236}">
                  <a16:creationId xmlns:a16="http://schemas.microsoft.com/office/drawing/2014/main" id="{B6B370DF-C738-69A9-A19C-F6A651432A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55" name="Line 452">
              <a:extLst>
                <a:ext uri="{FF2B5EF4-FFF2-40B4-BE49-F238E27FC236}">
                  <a16:creationId xmlns:a16="http://schemas.microsoft.com/office/drawing/2014/main" id="{FB649E50-63A2-0CD5-CA25-27B153C5FC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56" name="Line 541">
              <a:extLst>
                <a:ext uri="{FF2B5EF4-FFF2-40B4-BE49-F238E27FC236}">
                  <a16:creationId xmlns:a16="http://schemas.microsoft.com/office/drawing/2014/main" id="{F1C19658-D44F-B32C-6CDF-4687436EAE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157" name="Group 665">
              <a:extLst>
                <a:ext uri="{FF2B5EF4-FFF2-40B4-BE49-F238E27FC236}">
                  <a16:creationId xmlns:a16="http://schemas.microsoft.com/office/drawing/2014/main" id="{C1E7F62B-0902-A9C4-1259-325118AA2A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2"/>
              <a:chOff x="4650" y="1129"/>
              <a:chExt cx="246" cy="95"/>
            </a:xfrm>
          </p:grpSpPr>
          <p:sp>
            <p:nvSpPr>
              <p:cNvPr id="284" name="Oval 407">
                <a:extLst>
                  <a:ext uri="{FF2B5EF4-FFF2-40B4-BE49-F238E27FC236}">
                    <a16:creationId xmlns:a16="http://schemas.microsoft.com/office/drawing/2014/main" id="{32ACC2BE-0895-137E-39F5-E6ED600A38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5" name="Rectangle 410">
                <a:extLst>
                  <a:ext uri="{FF2B5EF4-FFF2-40B4-BE49-F238E27FC236}">
                    <a16:creationId xmlns:a16="http://schemas.microsoft.com/office/drawing/2014/main" id="{976FA65B-5766-5E4C-B13F-F31CD92795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" name="Oval 411">
                <a:extLst>
                  <a:ext uri="{FF2B5EF4-FFF2-40B4-BE49-F238E27FC236}">
                    <a16:creationId xmlns:a16="http://schemas.microsoft.com/office/drawing/2014/main" id="{7A876F94-1440-0ED3-CD46-4B92617FEE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87" name="Group 659">
                <a:extLst>
                  <a:ext uri="{FF2B5EF4-FFF2-40B4-BE49-F238E27FC236}">
                    <a16:creationId xmlns:a16="http://schemas.microsoft.com/office/drawing/2014/main" id="{0B5148A2-821D-67D1-C799-735ADB836B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90" name="Freeform 660">
                  <a:extLst>
                    <a:ext uri="{FF2B5EF4-FFF2-40B4-BE49-F238E27FC236}">
                      <a16:creationId xmlns:a16="http://schemas.microsoft.com/office/drawing/2014/main" id="{3DD95626-A2AD-8F55-3C7D-74CF963BD4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291" name="Freeform 661">
                  <a:extLst>
                    <a:ext uri="{FF2B5EF4-FFF2-40B4-BE49-F238E27FC236}">
                      <a16:creationId xmlns:a16="http://schemas.microsoft.com/office/drawing/2014/main" id="{CE0FB0FD-D397-D928-2148-46C9ED395B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</p:grpSp>
          <p:sp>
            <p:nvSpPr>
              <p:cNvPr id="288" name="Line 662">
                <a:extLst>
                  <a:ext uri="{FF2B5EF4-FFF2-40B4-BE49-F238E27FC236}">
                    <a16:creationId xmlns:a16="http://schemas.microsoft.com/office/drawing/2014/main" id="{67FE5A54-27C5-2154-1637-52FED67A27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89" name="Line 663">
                <a:extLst>
                  <a:ext uri="{FF2B5EF4-FFF2-40B4-BE49-F238E27FC236}">
                    <a16:creationId xmlns:a16="http://schemas.microsoft.com/office/drawing/2014/main" id="{1F2C06D0-1086-153C-FCA2-EBA742678A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158" name="Group 675">
              <a:extLst>
                <a:ext uri="{FF2B5EF4-FFF2-40B4-BE49-F238E27FC236}">
                  <a16:creationId xmlns:a16="http://schemas.microsoft.com/office/drawing/2014/main" id="{DCCEBBDA-9944-2037-697A-A7DBE250A5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2"/>
              <a:chOff x="4650" y="1129"/>
              <a:chExt cx="246" cy="95"/>
            </a:xfrm>
          </p:grpSpPr>
          <p:sp>
            <p:nvSpPr>
              <p:cNvPr id="276" name="Oval 407">
                <a:extLst>
                  <a:ext uri="{FF2B5EF4-FFF2-40B4-BE49-F238E27FC236}">
                    <a16:creationId xmlns:a16="http://schemas.microsoft.com/office/drawing/2014/main" id="{CF54E318-DBB4-4563-2CE2-F95F0138DC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" name="Rectangle 410">
                <a:extLst>
                  <a:ext uri="{FF2B5EF4-FFF2-40B4-BE49-F238E27FC236}">
                    <a16:creationId xmlns:a16="http://schemas.microsoft.com/office/drawing/2014/main" id="{7FD7AE22-228F-F3CF-D7F8-96589B877F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8" name="Oval 411">
                <a:extLst>
                  <a:ext uri="{FF2B5EF4-FFF2-40B4-BE49-F238E27FC236}">
                    <a16:creationId xmlns:a16="http://schemas.microsoft.com/office/drawing/2014/main" id="{55354338-3096-D76D-3328-B03045E183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79" name="Group 679">
                <a:extLst>
                  <a:ext uri="{FF2B5EF4-FFF2-40B4-BE49-F238E27FC236}">
                    <a16:creationId xmlns:a16="http://schemas.microsoft.com/office/drawing/2014/main" id="{F7A08B94-CF0A-9E07-5176-24F224828F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82" name="Freeform 680">
                  <a:extLst>
                    <a:ext uri="{FF2B5EF4-FFF2-40B4-BE49-F238E27FC236}">
                      <a16:creationId xmlns:a16="http://schemas.microsoft.com/office/drawing/2014/main" id="{E8193E4C-5AAE-3DD8-18A9-F16AB6C0C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283" name="Freeform 681">
                  <a:extLst>
                    <a:ext uri="{FF2B5EF4-FFF2-40B4-BE49-F238E27FC236}">
                      <a16:creationId xmlns:a16="http://schemas.microsoft.com/office/drawing/2014/main" id="{99AEA1CD-4132-3E68-BC47-F55F58E084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</p:grpSp>
          <p:sp>
            <p:nvSpPr>
              <p:cNvPr id="280" name="Line 682">
                <a:extLst>
                  <a:ext uri="{FF2B5EF4-FFF2-40B4-BE49-F238E27FC236}">
                    <a16:creationId xmlns:a16="http://schemas.microsoft.com/office/drawing/2014/main" id="{36A23E21-7281-F487-BAB2-2235F46A92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81" name="Line 683">
                <a:extLst>
                  <a:ext uri="{FF2B5EF4-FFF2-40B4-BE49-F238E27FC236}">
                    <a16:creationId xmlns:a16="http://schemas.microsoft.com/office/drawing/2014/main" id="{A44AF1FF-9EE6-FFC5-A582-C84E49B64D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159" name="Group 684">
              <a:extLst>
                <a:ext uri="{FF2B5EF4-FFF2-40B4-BE49-F238E27FC236}">
                  <a16:creationId xmlns:a16="http://schemas.microsoft.com/office/drawing/2014/main" id="{CFC68E6F-B961-611F-68FF-311D6A2608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2"/>
              <a:chOff x="4650" y="1129"/>
              <a:chExt cx="246" cy="95"/>
            </a:xfrm>
          </p:grpSpPr>
          <p:sp>
            <p:nvSpPr>
              <p:cNvPr id="268" name="Oval 407">
                <a:extLst>
                  <a:ext uri="{FF2B5EF4-FFF2-40B4-BE49-F238E27FC236}">
                    <a16:creationId xmlns:a16="http://schemas.microsoft.com/office/drawing/2014/main" id="{D8FB7FEB-0CEE-7EB7-CC27-E35D61AB35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9" name="Rectangle 410">
                <a:extLst>
                  <a:ext uri="{FF2B5EF4-FFF2-40B4-BE49-F238E27FC236}">
                    <a16:creationId xmlns:a16="http://schemas.microsoft.com/office/drawing/2014/main" id="{DBAAFD4B-CFEB-2406-768F-7733F88934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0" name="Oval 411">
                <a:extLst>
                  <a:ext uri="{FF2B5EF4-FFF2-40B4-BE49-F238E27FC236}">
                    <a16:creationId xmlns:a16="http://schemas.microsoft.com/office/drawing/2014/main" id="{01468EFE-BDC2-90A9-8F1B-7BB620F228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71" name="Group 688">
                <a:extLst>
                  <a:ext uri="{FF2B5EF4-FFF2-40B4-BE49-F238E27FC236}">
                    <a16:creationId xmlns:a16="http://schemas.microsoft.com/office/drawing/2014/main" id="{1BDF4DFA-AD90-43C4-CB56-5F6BB870CC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74" name="Freeform 689">
                  <a:extLst>
                    <a:ext uri="{FF2B5EF4-FFF2-40B4-BE49-F238E27FC236}">
                      <a16:creationId xmlns:a16="http://schemas.microsoft.com/office/drawing/2014/main" id="{4836E6DD-8B4A-4815-46FD-991F3B7378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275" name="Freeform 690">
                  <a:extLst>
                    <a:ext uri="{FF2B5EF4-FFF2-40B4-BE49-F238E27FC236}">
                      <a16:creationId xmlns:a16="http://schemas.microsoft.com/office/drawing/2014/main" id="{007E28A9-DB66-A75B-E890-31B9CE16A4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</p:grpSp>
          <p:sp>
            <p:nvSpPr>
              <p:cNvPr id="272" name="Line 691">
                <a:extLst>
                  <a:ext uri="{FF2B5EF4-FFF2-40B4-BE49-F238E27FC236}">
                    <a16:creationId xmlns:a16="http://schemas.microsoft.com/office/drawing/2014/main" id="{8012D111-C69B-9EDB-492F-0E3C6147ED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73" name="Line 692">
                <a:extLst>
                  <a:ext uri="{FF2B5EF4-FFF2-40B4-BE49-F238E27FC236}">
                    <a16:creationId xmlns:a16="http://schemas.microsoft.com/office/drawing/2014/main" id="{B0725B63-39F0-55CB-4616-037BD3A92E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160" name="Line 693">
              <a:extLst>
                <a:ext uri="{FF2B5EF4-FFF2-40B4-BE49-F238E27FC236}">
                  <a16:creationId xmlns:a16="http://schemas.microsoft.com/office/drawing/2014/main" id="{CDB493A5-7C10-8382-1D83-30ECBEBCA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161" name="Group 694">
              <a:extLst>
                <a:ext uri="{FF2B5EF4-FFF2-40B4-BE49-F238E27FC236}">
                  <a16:creationId xmlns:a16="http://schemas.microsoft.com/office/drawing/2014/main" id="{E27B4903-5EB6-E17B-9DBF-4A77EF8BFF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260" name="Oval 407">
                <a:extLst>
                  <a:ext uri="{FF2B5EF4-FFF2-40B4-BE49-F238E27FC236}">
                    <a16:creationId xmlns:a16="http://schemas.microsoft.com/office/drawing/2014/main" id="{B65173EC-CA91-23E1-61A7-2FA3E46B86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1" name="Rectangle 410">
                <a:extLst>
                  <a:ext uri="{FF2B5EF4-FFF2-40B4-BE49-F238E27FC236}">
                    <a16:creationId xmlns:a16="http://schemas.microsoft.com/office/drawing/2014/main" id="{E62071FE-115B-76D7-1F06-4B06D8D7F9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2" name="Oval 411">
                <a:extLst>
                  <a:ext uri="{FF2B5EF4-FFF2-40B4-BE49-F238E27FC236}">
                    <a16:creationId xmlns:a16="http://schemas.microsoft.com/office/drawing/2014/main" id="{B6AC6616-B888-57FF-A1D5-7B49A28787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63" name="Group 698">
                <a:extLst>
                  <a:ext uri="{FF2B5EF4-FFF2-40B4-BE49-F238E27FC236}">
                    <a16:creationId xmlns:a16="http://schemas.microsoft.com/office/drawing/2014/main" id="{7B0A82C8-1F71-01B8-CBE6-CCAE515EB6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66" name="Freeform 699">
                  <a:extLst>
                    <a:ext uri="{FF2B5EF4-FFF2-40B4-BE49-F238E27FC236}">
                      <a16:creationId xmlns:a16="http://schemas.microsoft.com/office/drawing/2014/main" id="{F9D5620F-C811-6697-CEDD-53366B9BAB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267" name="Freeform 700">
                  <a:extLst>
                    <a:ext uri="{FF2B5EF4-FFF2-40B4-BE49-F238E27FC236}">
                      <a16:creationId xmlns:a16="http://schemas.microsoft.com/office/drawing/2014/main" id="{0B211475-5F95-3A30-1C73-9E8143CBF9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</p:grpSp>
          <p:sp>
            <p:nvSpPr>
              <p:cNvPr id="264" name="Line 701">
                <a:extLst>
                  <a:ext uri="{FF2B5EF4-FFF2-40B4-BE49-F238E27FC236}">
                    <a16:creationId xmlns:a16="http://schemas.microsoft.com/office/drawing/2014/main" id="{9124696D-450A-092B-4478-095C7CF247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65" name="Line 702">
                <a:extLst>
                  <a:ext uri="{FF2B5EF4-FFF2-40B4-BE49-F238E27FC236}">
                    <a16:creationId xmlns:a16="http://schemas.microsoft.com/office/drawing/2014/main" id="{BDFFB443-DADD-1DF1-1063-1A7A2ADE48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162" name="Group 712">
              <a:extLst>
                <a:ext uri="{FF2B5EF4-FFF2-40B4-BE49-F238E27FC236}">
                  <a16:creationId xmlns:a16="http://schemas.microsoft.com/office/drawing/2014/main" id="{DED32310-8EFF-28B7-B057-815C2F16B9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252" name="Oval 407">
                <a:extLst>
                  <a:ext uri="{FF2B5EF4-FFF2-40B4-BE49-F238E27FC236}">
                    <a16:creationId xmlns:a16="http://schemas.microsoft.com/office/drawing/2014/main" id="{219FA940-B3DD-809A-0323-97BC1EFE6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3" name="Rectangle 410">
                <a:extLst>
                  <a:ext uri="{FF2B5EF4-FFF2-40B4-BE49-F238E27FC236}">
                    <a16:creationId xmlns:a16="http://schemas.microsoft.com/office/drawing/2014/main" id="{E900E45C-A3AF-8CF3-BA99-5491206A3A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4" name="Oval 411">
                <a:extLst>
                  <a:ext uri="{FF2B5EF4-FFF2-40B4-BE49-F238E27FC236}">
                    <a16:creationId xmlns:a16="http://schemas.microsoft.com/office/drawing/2014/main" id="{A67A4EFD-8ACF-32B5-6C9E-35D326FCA4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55" name="Group 716">
                <a:extLst>
                  <a:ext uri="{FF2B5EF4-FFF2-40B4-BE49-F238E27FC236}">
                    <a16:creationId xmlns:a16="http://schemas.microsoft.com/office/drawing/2014/main" id="{DA73E58A-F5F5-49A3-D6D8-7A231B9B4C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58" name="Freeform 717">
                  <a:extLst>
                    <a:ext uri="{FF2B5EF4-FFF2-40B4-BE49-F238E27FC236}">
                      <a16:creationId xmlns:a16="http://schemas.microsoft.com/office/drawing/2014/main" id="{89EB145B-A218-0F72-3B68-777992BEBF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259" name="Freeform 718">
                  <a:extLst>
                    <a:ext uri="{FF2B5EF4-FFF2-40B4-BE49-F238E27FC236}">
                      <a16:creationId xmlns:a16="http://schemas.microsoft.com/office/drawing/2014/main" id="{6AC003C2-23D2-F1A8-DA6C-350C8F0E43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</p:grpSp>
          <p:sp>
            <p:nvSpPr>
              <p:cNvPr id="256" name="Line 719">
                <a:extLst>
                  <a:ext uri="{FF2B5EF4-FFF2-40B4-BE49-F238E27FC236}">
                    <a16:creationId xmlns:a16="http://schemas.microsoft.com/office/drawing/2014/main" id="{1A571339-08EF-DA5E-5E89-A0DF732E81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57" name="Line 720">
                <a:extLst>
                  <a:ext uri="{FF2B5EF4-FFF2-40B4-BE49-F238E27FC236}">
                    <a16:creationId xmlns:a16="http://schemas.microsoft.com/office/drawing/2014/main" id="{E6564442-3DF2-21F5-8699-0C7852F119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163" name="Group 721">
              <a:extLst>
                <a:ext uri="{FF2B5EF4-FFF2-40B4-BE49-F238E27FC236}">
                  <a16:creationId xmlns:a16="http://schemas.microsoft.com/office/drawing/2014/main" id="{ECFA8790-F416-433A-0089-7E1877B78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244" name="Oval 407">
                <a:extLst>
                  <a:ext uri="{FF2B5EF4-FFF2-40B4-BE49-F238E27FC236}">
                    <a16:creationId xmlns:a16="http://schemas.microsoft.com/office/drawing/2014/main" id="{721863CB-4E7C-BF8A-2E2B-AA32EBBA89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" name="Rectangle 410">
                <a:extLst>
                  <a:ext uri="{FF2B5EF4-FFF2-40B4-BE49-F238E27FC236}">
                    <a16:creationId xmlns:a16="http://schemas.microsoft.com/office/drawing/2014/main" id="{4DD9233A-E242-E901-8BC5-55C5B091E4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" name="Oval 411">
                <a:extLst>
                  <a:ext uri="{FF2B5EF4-FFF2-40B4-BE49-F238E27FC236}">
                    <a16:creationId xmlns:a16="http://schemas.microsoft.com/office/drawing/2014/main" id="{3973B3A7-D90D-356F-CDBE-606AF90919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47" name="Group 725">
                <a:extLst>
                  <a:ext uri="{FF2B5EF4-FFF2-40B4-BE49-F238E27FC236}">
                    <a16:creationId xmlns:a16="http://schemas.microsoft.com/office/drawing/2014/main" id="{4A661258-36BA-F8A1-C2B7-7170D54548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50" name="Freeform 726">
                  <a:extLst>
                    <a:ext uri="{FF2B5EF4-FFF2-40B4-BE49-F238E27FC236}">
                      <a16:creationId xmlns:a16="http://schemas.microsoft.com/office/drawing/2014/main" id="{E37ED078-8488-ACDA-4E81-ED13176CC6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251" name="Freeform 727">
                  <a:extLst>
                    <a:ext uri="{FF2B5EF4-FFF2-40B4-BE49-F238E27FC236}">
                      <a16:creationId xmlns:a16="http://schemas.microsoft.com/office/drawing/2014/main" id="{D0E695A8-3DA6-80A6-59BD-E92B097AA8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</p:grpSp>
          <p:sp>
            <p:nvSpPr>
              <p:cNvPr id="248" name="Line 728">
                <a:extLst>
                  <a:ext uri="{FF2B5EF4-FFF2-40B4-BE49-F238E27FC236}">
                    <a16:creationId xmlns:a16="http://schemas.microsoft.com/office/drawing/2014/main" id="{0D71A963-75AE-FC47-2434-76D6662BD5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49" name="Line 729">
                <a:extLst>
                  <a:ext uri="{FF2B5EF4-FFF2-40B4-BE49-F238E27FC236}">
                    <a16:creationId xmlns:a16="http://schemas.microsoft.com/office/drawing/2014/main" id="{167EA7C7-E4A7-D62A-FF95-2332EF9CDF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164" name="Text Box 580">
              <a:extLst>
                <a:ext uri="{FF2B5EF4-FFF2-40B4-BE49-F238E27FC236}">
                  <a16:creationId xmlns:a16="http://schemas.microsoft.com/office/drawing/2014/main" id="{872D8B88-E4EC-D6D0-1F95-1C08013EA9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7888" y="1384300"/>
              <a:ext cx="1549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 dirty="0"/>
                <a:t>mobile network</a:t>
              </a:r>
            </a:p>
          </p:txBody>
        </p:sp>
        <p:sp>
          <p:nvSpPr>
            <p:cNvPr id="165" name="Text Box 580">
              <a:extLst>
                <a:ext uri="{FF2B5EF4-FFF2-40B4-BE49-F238E27FC236}">
                  <a16:creationId xmlns:a16="http://schemas.microsoft.com/office/drawing/2014/main" id="{1FF5EDC3-260A-EA12-8A84-DFC8BB904F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1080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 dirty="0"/>
                <a:t>global ISP</a:t>
              </a:r>
            </a:p>
          </p:txBody>
        </p:sp>
        <p:sp>
          <p:nvSpPr>
            <p:cNvPr id="166" name="Text Box 580">
              <a:extLst>
                <a:ext uri="{FF2B5EF4-FFF2-40B4-BE49-F238E27FC236}">
                  <a16:creationId xmlns:a16="http://schemas.microsoft.com/office/drawing/2014/main" id="{4E17A990-541E-69AB-371C-796FC644B3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2890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/>
                <a:t>regional ISP</a:t>
              </a:r>
            </a:p>
          </p:txBody>
        </p:sp>
        <p:sp>
          <p:nvSpPr>
            <p:cNvPr id="167" name="Text Box 580">
              <a:extLst>
                <a:ext uri="{FF2B5EF4-FFF2-40B4-BE49-F238E27FC236}">
                  <a16:creationId xmlns:a16="http://schemas.microsoft.com/office/drawing/2014/main" id="{D472DAAE-3A2B-0F7F-E7A8-52EF5E46A0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2963863"/>
              <a:ext cx="89535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600" dirty="0"/>
                <a:t>home 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600" dirty="0"/>
                <a:t>network</a:t>
              </a:r>
            </a:p>
          </p:txBody>
        </p:sp>
        <p:sp>
          <p:nvSpPr>
            <p:cNvPr id="168" name="Text Box 580">
              <a:extLst>
                <a:ext uri="{FF2B5EF4-FFF2-40B4-BE49-F238E27FC236}">
                  <a16:creationId xmlns:a16="http://schemas.microsoft.com/office/drawing/2014/main" id="{31EF46E8-062E-9FF2-D4F2-92384A4EE8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2954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600"/>
                <a:t>institutional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600"/>
                <a:t>       network</a:t>
              </a:r>
            </a:p>
          </p:txBody>
        </p:sp>
        <p:pic>
          <p:nvPicPr>
            <p:cNvPr id="169" name="Picture 269" descr="cell_tower_radiation copy">
              <a:extLst>
                <a:ext uri="{FF2B5EF4-FFF2-40B4-BE49-F238E27FC236}">
                  <a16:creationId xmlns:a16="http://schemas.microsoft.com/office/drawing/2014/main" id="{8EE9FB27-CB8D-CAEE-4DEC-76018084C3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26149" y="1803400"/>
              <a:ext cx="518463" cy="412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70" name="Group 347">
              <a:extLst>
                <a:ext uri="{FF2B5EF4-FFF2-40B4-BE49-F238E27FC236}">
                  <a16:creationId xmlns:a16="http://schemas.microsoft.com/office/drawing/2014/main" id="{9DB257AA-B7DE-A24A-09F7-15A5E6BC4E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77272" y="3621727"/>
              <a:ext cx="493804" cy="228319"/>
              <a:chOff x="1871277" y="1576300"/>
              <a:chExt cx="1128371" cy="437861"/>
            </a:xfrm>
          </p:grpSpPr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6F559701-196D-AE2E-6C25-A38CF2773C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A1291F7A-088A-0617-0BF0-F279D2479AFF}"/>
                  </a:ext>
                </a:extLst>
              </p:cNvPr>
              <p:cNvSpPr/>
              <p:nvPr/>
            </p:nvSpPr>
            <p:spPr bwMode="auto">
              <a:xfrm>
                <a:off x="1870827" y="1739475"/>
                <a:ext cx="1128163" cy="115689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9F650822-B81E-5549-B091-C63A09805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38" name="Freeform 684">
                <a:extLst>
                  <a:ext uri="{FF2B5EF4-FFF2-40B4-BE49-F238E27FC236}">
                    <a16:creationId xmlns:a16="http://schemas.microsoft.com/office/drawing/2014/main" id="{9F35FC21-E0CB-0167-13D8-515E934F4631}"/>
                  </a:ext>
                </a:extLst>
              </p:cNvPr>
              <p:cNvSpPr/>
              <p:nvPr/>
            </p:nvSpPr>
            <p:spPr bwMode="auto">
              <a:xfrm>
                <a:off x="2157403" y="1672497"/>
                <a:ext cx="551385" cy="161355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239" name="Freeform 685">
                <a:extLst>
                  <a:ext uri="{FF2B5EF4-FFF2-40B4-BE49-F238E27FC236}">
                    <a16:creationId xmlns:a16="http://schemas.microsoft.com/office/drawing/2014/main" id="{D1B0004A-0CAC-E0ED-8330-BC6B9EC51B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562 w 3723451"/>
                  <a:gd name="T3" fmla="*/ 321 h 932950"/>
                  <a:gd name="T4" fmla="*/ 330164 w 3723451"/>
                  <a:gd name="T5" fmla="*/ 62070 h 932950"/>
                  <a:gd name="T6" fmla="*/ 533943 w 3723451"/>
                  <a:gd name="T7" fmla="*/ 0 h 932950"/>
                  <a:gd name="T8" fmla="*/ 662444 w 3723451"/>
                  <a:gd name="T9" fmla="*/ 24700 h 932950"/>
                  <a:gd name="T10" fmla="*/ 566839 w 3723451"/>
                  <a:gd name="T11" fmla="*/ 55072 h 932950"/>
                  <a:gd name="T12" fmla="*/ 536059 w 3723451"/>
                  <a:gd name="T13" fmla="*/ 46883 h 932950"/>
                  <a:gd name="T14" fmla="*/ 333917 w 3723451"/>
                  <a:gd name="T15" fmla="*/ 111241 h 932950"/>
                  <a:gd name="T16" fmla="*/ 126604 w 3723451"/>
                  <a:gd name="T17" fmla="*/ 49251 h 932950"/>
                  <a:gd name="T18" fmla="*/ 93086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240" name="Freeform 686">
                <a:extLst>
                  <a:ext uri="{FF2B5EF4-FFF2-40B4-BE49-F238E27FC236}">
                    <a16:creationId xmlns:a16="http://schemas.microsoft.com/office/drawing/2014/main" id="{0A4E3052-A235-3D9A-1CEE-CD2E8FD868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T0" fmla="*/ 0 w 1366596"/>
                  <a:gd name="T1" fmla="*/ 0 h 809868"/>
                  <a:gd name="T2" fmla="*/ 244057 w 1366596"/>
                  <a:gd name="T3" fmla="*/ 74985 h 809868"/>
                  <a:gd name="T4" fmla="*/ 154487 w 1366596"/>
                  <a:gd name="T5" fmla="*/ 97040 h 809868"/>
                  <a:gd name="T6" fmla="*/ 822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241" name="Freeform 687">
                <a:extLst>
                  <a:ext uri="{FF2B5EF4-FFF2-40B4-BE49-F238E27FC236}">
                    <a16:creationId xmlns:a16="http://schemas.microsoft.com/office/drawing/2014/main" id="{DE8DBA3E-25E2-6700-514A-F53F697D21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39 h 791462"/>
                  <a:gd name="T6" fmla="*/ 0 w 1348191"/>
                  <a:gd name="T7" fmla="*/ 75036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37EA2033-0F8D-C8A9-83BC-2CED7191D282}"/>
                  </a:ext>
                </a:extLst>
              </p:cNvPr>
              <p:cNvCxnSpPr>
                <a:cxnSpLocks noChangeShapeType="1"/>
                <a:endCxn id="237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CE497FA4-39A9-31E4-B03B-495F30C632A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71" name="Group 347">
              <a:extLst>
                <a:ext uri="{FF2B5EF4-FFF2-40B4-BE49-F238E27FC236}">
                  <a16:creationId xmlns:a16="http://schemas.microsoft.com/office/drawing/2014/main" id="{95908510-3BC2-24A1-DA15-933E029B9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33157" y="3638864"/>
              <a:ext cx="493804" cy="228319"/>
              <a:chOff x="1871277" y="1576300"/>
              <a:chExt cx="1128371" cy="437861"/>
            </a:xfrm>
          </p:grpSpPr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12BBC2B0-3775-A6C3-5A8E-FAB31AB2EF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F61F5433-4019-3DA6-04D0-E9BF165C0858}"/>
                  </a:ext>
                </a:extLst>
              </p:cNvPr>
              <p:cNvSpPr/>
              <p:nvPr/>
            </p:nvSpPr>
            <p:spPr bwMode="auto">
              <a:xfrm>
                <a:off x="1870262" y="1740098"/>
                <a:ext cx="1128161" cy="115689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DA28E802-8302-EA72-0267-2ADB5539DF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29" name="Freeform 675">
                <a:extLst>
                  <a:ext uri="{FF2B5EF4-FFF2-40B4-BE49-F238E27FC236}">
                    <a16:creationId xmlns:a16="http://schemas.microsoft.com/office/drawing/2014/main" id="{9252B778-CA48-D806-C56B-CCF335D7D76F}"/>
                  </a:ext>
                </a:extLst>
              </p:cNvPr>
              <p:cNvSpPr/>
              <p:nvPr/>
            </p:nvSpPr>
            <p:spPr bwMode="auto">
              <a:xfrm>
                <a:off x="2156836" y="1673120"/>
                <a:ext cx="551385" cy="161356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230" name="Freeform 676">
                <a:extLst>
                  <a:ext uri="{FF2B5EF4-FFF2-40B4-BE49-F238E27FC236}">
                    <a16:creationId xmlns:a16="http://schemas.microsoft.com/office/drawing/2014/main" id="{1107EC8F-C324-C4B4-DE7E-561478569C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562 w 3723451"/>
                  <a:gd name="T3" fmla="*/ 321 h 932950"/>
                  <a:gd name="T4" fmla="*/ 330164 w 3723451"/>
                  <a:gd name="T5" fmla="*/ 62070 h 932950"/>
                  <a:gd name="T6" fmla="*/ 533943 w 3723451"/>
                  <a:gd name="T7" fmla="*/ 0 h 932950"/>
                  <a:gd name="T8" fmla="*/ 662444 w 3723451"/>
                  <a:gd name="T9" fmla="*/ 24700 h 932950"/>
                  <a:gd name="T10" fmla="*/ 566839 w 3723451"/>
                  <a:gd name="T11" fmla="*/ 55072 h 932950"/>
                  <a:gd name="T12" fmla="*/ 536059 w 3723451"/>
                  <a:gd name="T13" fmla="*/ 46883 h 932950"/>
                  <a:gd name="T14" fmla="*/ 333917 w 3723451"/>
                  <a:gd name="T15" fmla="*/ 111241 h 932950"/>
                  <a:gd name="T16" fmla="*/ 126604 w 3723451"/>
                  <a:gd name="T17" fmla="*/ 49251 h 932950"/>
                  <a:gd name="T18" fmla="*/ 93086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231" name="Freeform 677">
                <a:extLst>
                  <a:ext uri="{FF2B5EF4-FFF2-40B4-BE49-F238E27FC236}">
                    <a16:creationId xmlns:a16="http://schemas.microsoft.com/office/drawing/2014/main" id="{CA150E73-1C33-5599-86E5-514B95853A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T0" fmla="*/ 0 w 1366596"/>
                  <a:gd name="T1" fmla="*/ 0 h 809868"/>
                  <a:gd name="T2" fmla="*/ 244057 w 1366596"/>
                  <a:gd name="T3" fmla="*/ 74985 h 809868"/>
                  <a:gd name="T4" fmla="*/ 154487 w 1366596"/>
                  <a:gd name="T5" fmla="*/ 97040 h 809868"/>
                  <a:gd name="T6" fmla="*/ 822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232" name="Freeform 678">
                <a:extLst>
                  <a:ext uri="{FF2B5EF4-FFF2-40B4-BE49-F238E27FC236}">
                    <a16:creationId xmlns:a16="http://schemas.microsoft.com/office/drawing/2014/main" id="{2A661F10-21FE-F1E4-2FEC-71FF344FF8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39 h 791462"/>
                  <a:gd name="T6" fmla="*/ 0 w 1348191"/>
                  <a:gd name="T7" fmla="*/ 75036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6C489FB6-73A6-3CD0-B4C4-AFE66BC67FC8}"/>
                  </a:ext>
                </a:extLst>
              </p:cNvPr>
              <p:cNvCxnSpPr>
                <a:cxnSpLocks noChangeShapeType="1"/>
                <a:endCxn id="228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E2BFFBE4-9261-DEE4-AA4C-89DB59112B1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72" name="Group 347">
              <a:extLst>
                <a:ext uri="{FF2B5EF4-FFF2-40B4-BE49-F238E27FC236}">
                  <a16:creationId xmlns:a16="http://schemas.microsoft.com/office/drawing/2014/main" id="{9D0B4E61-FC78-4938-780D-A67D47CD01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97100" y="3903983"/>
              <a:ext cx="493804" cy="228319"/>
              <a:chOff x="1871277" y="1576300"/>
              <a:chExt cx="1128371" cy="437861"/>
            </a:xfrm>
          </p:grpSpPr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1C7A4D93-1C8C-2D52-37C6-5A60D5DB6D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279FED3F-EDC5-9D49-9417-A5690E70A142}"/>
                  </a:ext>
                </a:extLst>
              </p:cNvPr>
              <p:cNvSpPr/>
              <p:nvPr/>
            </p:nvSpPr>
            <p:spPr bwMode="auto">
              <a:xfrm>
                <a:off x="1872762" y="1740086"/>
                <a:ext cx="1128163" cy="115689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6BEEE7CB-2F30-B644-FEEB-22F372AEBA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20" name="Freeform 666">
                <a:extLst>
                  <a:ext uri="{FF2B5EF4-FFF2-40B4-BE49-F238E27FC236}">
                    <a16:creationId xmlns:a16="http://schemas.microsoft.com/office/drawing/2014/main" id="{6A9D20B5-8821-B195-F2AA-5BEED4E99F04}"/>
                  </a:ext>
                </a:extLst>
              </p:cNvPr>
              <p:cNvSpPr/>
              <p:nvPr/>
            </p:nvSpPr>
            <p:spPr bwMode="auto">
              <a:xfrm>
                <a:off x="2159338" y="1673109"/>
                <a:ext cx="551385" cy="161355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221" name="Freeform 667">
                <a:extLst>
                  <a:ext uri="{FF2B5EF4-FFF2-40B4-BE49-F238E27FC236}">
                    <a16:creationId xmlns:a16="http://schemas.microsoft.com/office/drawing/2014/main" id="{08B998B5-F3CD-3C0A-4E7B-E9CEC70D07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562 w 3723451"/>
                  <a:gd name="T3" fmla="*/ 321 h 932950"/>
                  <a:gd name="T4" fmla="*/ 330164 w 3723451"/>
                  <a:gd name="T5" fmla="*/ 62070 h 932950"/>
                  <a:gd name="T6" fmla="*/ 533943 w 3723451"/>
                  <a:gd name="T7" fmla="*/ 0 h 932950"/>
                  <a:gd name="T8" fmla="*/ 662444 w 3723451"/>
                  <a:gd name="T9" fmla="*/ 24700 h 932950"/>
                  <a:gd name="T10" fmla="*/ 566839 w 3723451"/>
                  <a:gd name="T11" fmla="*/ 55072 h 932950"/>
                  <a:gd name="T12" fmla="*/ 536059 w 3723451"/>
                  <a:gd name="T13" fmla="*/ 46883 h 932950"/>
                  <a:gd name="T14" fmla="*/ 333917 w 3723451"/>
                  <a:gd name="T15" fmla="*/ 111241 h 932950"/>
                  <a:gd name="T16" fmla="*/ 126604 w 3723451"/>
                  <a:gd name="T17" fmla="*/ 49251 h 932950"/>
                  <a:gd name="T18" fmla="*/ 93086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222" name="Freeform 668">
                <a:extLst>
                  <a:ext uri="{FF2B5EF4-FFF2-40B4-BE49-F238E27FC236}">
                    <a16:creationId xmlns:a16="http://schemas.microsoft.com/office/drawing/2014/main" id="{674E6C27-D32B-9B92-9306-3BDDA61E00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T0" fmla="*/ 0 w 1366596"/>
                  <a:gd name="T1" fmla="*/ 0 h 809868"/>
                  <a:gd name="T2" fmla="*/ 244057 w 1366596"/>
                  <a:gd name="T3" fmla="*/ 74985 h 809868"/>
                  <a:gd name="T4" fmla="*/ 154487 w 1366596"/>
                  <a:gd name="T5" fmla="*/ 97040 h 809868"/>
                  <a:gd name="T6" fmla="*/ 822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223" name="Freeform 669">
                <a:extLst>
                  <a:ext uri="{FF2B5EF4-FFF2-40B4-BE49-F238E27FC236}">
                    <a16:creationId xmlns:a16="http://schemas.microsoft.com/office/drawing/2014/main" id="{F030B231-275C-696B-1C19-BEF6B19E63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39 h 791462"/>
                  <a:gd name="T6" fmla="*/ 0 w 1348191"/>
                  <a:gd name="T7" fmla="*/ 75036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3EABFF2E-EBA2-1DE8-EB4A-852B6779A509}"/>
                  </a:ext>
                </a:extLst>
              </p:cNvPr>
              <p:cNvCxnSpPr>
                <a:cxnSpLocks noChangeShapeType="1"/>
                <a:endCxn id="219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C289F27B-88CA-75DA-F488-7A0DB238A6D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73" name="Group 347">
              <a:extLst>
                <a:ext uri="{FF2B5EF4-FFF2-40B4-BE49-F238E27FC236}">
                  <a16:creationId xmlns:a16="http://schemas.microsoft.com/office/drawing/2014/main" id="{F80FA618-1954-B466-7CD0-F68845276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95340" y="2756360"/>
              <a:ext cx="413310" cy="196874"/>
              <a:chOff x="1871277" y="1576300"/>
              <a:chExt cx="1128371" cy="437861"/>
            </a:xfrm>
          </p:grpSpPr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65F2E440-E9D8-AE4B-48E6-05BF463B0D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6A03BDEC-47A8-4978-FC94-1BE3EC104461}"/>
                  </a:ext>
                </a:extLst>
              </p:cNvPr>
              <p:cNvSpPr/>
              <p:nvPr/>
            </p:nvSpPr>
            <p:spPr bwMode="auto">
              <a:xfrm>
                <a:off x="1869120" y="1737689"/>
                <a:ext cx="1131178" cy="116514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C45649F6-4663-840C-FA8B-9E5603AD07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11" name="Freeform 657">
                <a:extLst>
                  <a:ext uri="{FF2B5EF4-FFF2-40B4-BE49-F238E27FC236}">
                    <a16:creationId xmlns:a16="http://schemas.microsoft.com/office/drawing/2014/main" id="{DA332EB5-A38C-5BCE-ACDF-D917056E7FC8}"/>
                  </a:ext>
                </a:extLst>
              </p:cNvPr>
              <p:cNvSpPr/>
              <p:nvPr/>
            </p:nvSpPr>
            <p:spPr bwMode="auto">
              <a:xfrm>
                <a:off x="2159500" y="1670607"/>
                <a:ext cx="550418" cy="16241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212" name="Freeform 658">
                <a:extLst>
                  <a:ext uri="{FF2B5EF4-FFF2-40B4-BE49-F238E27FC236}">
                    <a16:creationId xmlns:a16="http://schemas.microsoft.com/office/drawing/2014/main" id="{34E07815-98FB-9ED2-B92B-DA54F8BBF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562 w 3723451"/>
                  <a:gd name="T3" fmla="*/ 321 h 932950"/>
                  <a:gd name="T4" fmla="*/ 330164 w 3723451"/>
                  <a:gd name="T5" fmla="*/ 62070 h 932950"/>
                  <a:gd name="T6" fmla="*/ 533943 w 3723451"/>
                  <a:gd name="T7" fmla="*/ 0 h 932950"/>
                  <a:gd name="T8" fmla="*/ 662444 w 3723451"/>
                  <a:gd name="T9" fmla="*/ 24700 h 932950"/>
                  <a:gd name="T10" fmla="*/ 566839 w 3723451"/>
                  <a:gd name="T11" fmla="*/ 55072 h 932950"/>
                  <a:gd name="T12" fmla="*/ 536059 w 3723451"/>
                  <a:gd name="T13" fmla="*/ 46883 h 932950"/>
                  <a:gd name="T14" fmla="*/ 333917 w 3723451"/>
                  <a:gd name="T15" fmla="*/ 111241 h 932950"/>
                  <a:gd name="T16" fmla="*/ 126604 w 3723451"/>
                  <a:gd name="T17" fmla="*/ 49251 h 932950"/>
                  <a:gd name="T18" fmla="*/ 93086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213" name="Freeform 659">
                <a:extLst>
                  <a:ext uri="{FF2B5EF4-FFF2-40B4-BE49-F238E27FC236}">
                    <a16:creationId xmlns:a16="http://schemas.microsoft.com/office/drawing/2014/main" id="{7E6F2EC8-F59A-8C1F-5135-628031031E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T0" fmla="*/ 0 w 1366596"/>
                  <a:gd name="T1" fmla="*/ 0 h 809868"/>
                  <a:gd name="T2" fmla="*/ 244057 w 1366596"/>
                  <a:gd name="T3" fmla="*/ 74985 h 809868"/>
                  <a:gd name="T4" fmla="*/ 154487 w 1366596"/>
                  <a:gd name="T5" fmla="*/ 97040 h 809868"/>
                  <a:gd name="T6" fmla="*/ 822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214" name="Freeform 660">
                <a:extLst>
                  <a:ext uri="{FF2B5EF4-FFF2-40B4-BE49-F238E27FC236}">
                    <a16:creationId xmlns:a16="http://schemas.microsoft.com/office/drawing/2014/main" id="{32C8C485-A9CC-D34D-B5B7-AA1217A3C8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39 h 791462"/>
                  <a:gd name="T6" fmla="*/ 0 w 1348191"/>
                  <a:gd name="T7" fmla="*/ 75036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C8A14C3D-4FF4-260B-B9D0-2D657D0981D6}"/>
                  </a:ext>
                </a:extLst>
              </p:cNvPr>
              <p:cNvCxnSpPr>
                <a:cxnSpLocks noChangeShapeType="1"/>
                <a:endCxn id="210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B5FF7D54-9838-54D9-A22A-AE1C13E7070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74" name="Group 347">
              <a:extLst>
                <a:ext uri="{FF2B5EF4-FFF2-40B4-BE49-F238E27FC236}">
                  <a16:creationId xmlns:a16="http://schemas.microsoft.com/office/drawing/2014/main" id="{4255E7FB-BCDE-19CB-3E61-B8108AF4C0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77419" y="2378982"/>
              <a:ext cx="413310" cy="196874"/>
              <a:chOff x="1871277" y="1576300"/>
              <a:chExt cx="1128371" cy="437861"/>
            </a:xfrm>
          </p:grpSpPr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9C2EA421-C782-686F-7865-D6429A7A06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3D075560-FDDE-3402-2622-65D34B3CC41A}"/>
                  </a:ext>
                </a:extLst>
              </p:cNvPr>
              <p:cNvSpPr/>
              <p:nvPr/>
            </p:nvSpPr>
            <p:spPr bwMode="auto">
              <a:xfrm>
                <a:off x="1870543" y="1740227"/>
                <a:ext cx="1131178" cy="116512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5CB3D185-529D-940C-7310-86E9FA2508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202" name="Freeform 648">
                <a:extLst>
                  <a:ext uri="{FF2B5EF4-FFF2-40B4-BE49-F238E27FC236}">
                    <a16:creationId xmlns:a16="http://schemas.microsoft.com/office/drawing/2014/main" id="{F73B09EF-FC05-E01C-0547-051351EB74AF}"/>
                  </a:ext>
                </a:extLst>
              </p:cNvPr>
              <p:cNvSpPr/>
              <p:nvPr/>
            </p:nvSpPr>
            <p:spPr bwMode="auto">
              <a:xfrm>
                <a:off x="2160923" y="1673143"/>
                <a:ext cx="550418" cy="16241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203" name="Freeform 649">
                <a:extLst>
                  <a:ext uri="{FF2B5EF4-FFF2-40B4-BE49-F238E27FC236}">
                    <a16:creationId xmlns:a16="http://schemas.microsoft.com/office/drawing/2014/main" id="{C56F62BA-7548-18EC-7B02-19FF309F0C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562 w 3723451"/>
                  <a:gd name="T3" fmla="*/ 321 h 932950"/>
                  <a:gd name="T4" fmla="*/ 330164 w 3723451"/>
                  <a:gd name="T5" fmla="*/ 62070 h 932950"/>
                  <a:gd name="T6" fmla="*/ 533943 w 3723451"/>
                  <a:gd name="T7" fmla="*/ 0 h 932950"/>
                  <a:gd name="T8" fmla="*/ 662444 w 3723451"/>
                  <a:gd name="T9" fmla="*/ 24700 h 932950"/>
                  <a:gd name="T10" fmla="*/ 566839 w 3723451"/>
                  <a:gd name="T11" fmla="*/ 55072 h 932950"/>
                  <a:gd name="T12" fmla="*/ 536059 w 3723451"/>
                  <a:gd name="T13" fmla="*/ 46883 h 932950"/>
                  <a:gd name="T14" fmla="*/ 333917 w 3723451"/>
                  <a:gd name="T15" fmla="*/ 111241 h 932950"/>
                  <a:gd name="T16" fmla="*/ 126604 w 3723451"/>
                  <a:gd name="T17" fmla="*/ 49251 h 932950"/>
                  <a:gd name="T18" fmla="*/ 93086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204" name="Freeform 650">
                <a:extLst>
                  <a:ext uri="{FF2B5EF4-FFF2-40B4-BE49-F238E27FC236}">
                    <a16:creationId xmlns:a16="http://schemas.microsoft.com/office/drawing/2014/main" id="{A59BD616-C699-3BAE-A606-8884D15203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T0" fmla="*/ 0 w 1366596"/>
                  <a:gd name="T1" fmla="*/ 0 h 809868"/>
                  <a:gd name="T2" fmla="*/ 244057 w 1366596"/>
                  <a:gd name="T3" fmla="*/ 74985 h 809868"/>
                  <a:gd name="T4" fmla="*/ 154487 w 1366596"/>
                  <a:gd name="T5" fmla="*/ 97040 h 809868"/>
                  <a:gd name="T6" fmla="*/ 822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205" name="Freeform 651">
                <a:extLst>
                  <a:ext uri="{FF2B5EF4-FFF2-40B4-BE49-F238E27FC236}">
                    <a16:creationId xmlns:a16="http://schemas.microsoft.com/office/drawing/2014/main" id="{09F02219-CC7E-2E36-C06F-E6A279F207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39 h 791462"/>
                  <a:gd name="T6" fmla="*/ 0 w 1348191"/>
                  <a:gd name="T7" fmla="*/ 75036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67ED525D-3B61-000B-0EED-23BE9C6F5396}"/>
                  </a:ext>
                </a:extLst>
              </p:cNvPr>
              <p:cNvCxnSpPr>
                <a:cxnSpLocks noChangeShapeType="1"/>
                <a:endCxn id="201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864A482A-4C33-5856-6702-50AC8A0119D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75" name="Group 347">
              <a:extLst>
                <a:ext uri="{FF2B5EF4-FFF2-40B4-BE49-F238E27FC236}">
                  <a16:creationId xmlns:a16="http://schemas.microsoft.com/office/drawing/2014/main" id="{23927C37-AD84-E972-1055-A85BD9203C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6342" y="2486295"/>
              <a:ext cx="413310" cy="196874"/>
              <a:chOff x="1871277" y="1576300"/>
              <a:chExt cx="1128371" cy="437861"/>
            </a:xfrm>
          </p:grpSpPr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4E4463B1-98A3-3BEC-E83E-23C8CC4AC9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78B5C353-ED4B-0FA7-767C-84AB636D3BC5}"/>
                  </a:ext>
                </a:extLst>
              </p:cNvPr>
              <p:cNvSpPr/>
              <p:nvPr/>
            </p:nvSpPr>
            <p:spPr bwMode="auto">
              <a:xfrm>
                <a:off x="1872017" y="1738112"/>
                <a:ext cx="1126842" cy="116514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884F158E-9B1F-CF0E-5B2C-355A0314E2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93" name="Freeform 639">
                <a:extLst>
                  <a:ext uri="{FF2B5EF4-FFF2-40B4-BE49-F238E27FC236}">
                    <a16:creationId xmlns:a16="http://schemas.microsoft.com/office/drawing/2014/main" id="{D5C8388A-A72B-65C9-7071-49165B6A13AE}"/>
                  </a:ext>
                </a:extLst>
              </p:cNvPr>
              <p:cNvSpPr/>
              <p:nvPr/>
            </p:nvSpPr>
            <p:spPr bwMode="auto">
              <a:xfrm>
                <a:off x="2158061" y="1671030"/>
                <a:ext cx="550418" cy="16241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94" name="Freeform 640">
                <a:extLst>
                  <a:ext uri="{FF2B5EF4-FFF2-40B4-BE49-F238E27FC236}">
                    <a16:creationId xmlns:a16="http://schemas.microsoft.com/office/drawing/2014/main" id="{09F1EC09-1EB6-F467-662A-3BF99931AB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562 w 3723451"/>
                  <a:gd name="T3" fmla="*/ 321 h 932950"/>
                  <a:gd name="T4" fmla="*/ 330164 w 3723451"/>
                  <a:gd name="T5" fmla="*/ 62070 h 932950"/>
                  <a:gd name="T6" fmla="*/ 533943 w 3723451"/>
                  <a:gd name="T7" fmla="*/ 0 h 932950"/>
                  <a:gd name="T8" fmla="*/ 662444 w 3723451"/>
                  <a:gd name="T9" fmla="*/ 24700 h 932950"/>
                  <a:gd name="T10" fmla="*/ 566839 w 3723451"/>
                  <a:gd name="T11" fmla="*/ 55072 h 932950"/>
                  <a:gd name="T12" fmla="*/ 536059 w 3723451"/>
                  <a:gd name="T13" fmla="*/ 46883 h 932950"/>
                  <a:gd name="T14" fmla="*/ 333917 w 3723451"/>
                  <a:gd name="T15" fmla="*/ 111241 h 932950"/>
                  <a:gd name="T16" fmla="*/ 126604 w 3723451"/>
                  <a:gd name="T17" fmla="*/ 49251 h 932950"/>
                  <a:gd name="T18" fmla="*/ 93086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195" name="Freeform 641">
                <a:extLst>
                  <a:ext uri="{FF2B5EF4-FFF2-40B4-BE49-F238E27FC236}">
                    <a16:creationId xmlns:a16="http://schemas.microsoft.com/office/drawing/2014/main" id="{E09C7E6B-0F5E-A038-0A37-1F629940C7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T0" fmla="*/ 0 w 1366596"/>
                  <a:gd name="T1" fmla="*/ 0 h 809868"/>
                  <a:gd name="T2" fmla="*/ 244057 w 1366596"/>
                  <a:gd name="T3" fmla="*/ 74985 h 809868"/>
                  <a:gd name="T4" fmla="*/ 154487 w 1366596"/>
                  <a:gd name="T5" fmla="*/ 97040 h 809868"/>
                  <a:gd name="T6" fmla="*/ 822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196" name="Freeform 642">
                <a:extLst>
                  <a:ext uri="{FF2B5EF4-FFF2-40B4-BE49-F238E27FC236}">
                    <a16:creationId xmlns:a16="http://schemas.microsoft.com/office/drawing/2014/main" id="{556436A6-0681-6974-CE06-D3425271C2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39 h 791462"/>
                  <a:gd name="T6" fmla="*/ 0 w 1348191"/>
                  <a:gd name="T7" fmla="*/ 75036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3DAB524C-4560-F133-40F8-187E6F1F7D0D}"/>
                  </a:ext>
                </a:extLst>
              </p:cNvPr>
              <p:cNvCxnSpPr>
                <a:cxnSpLocks noChangeShapeType="1"/>
                <a:endCxn id="192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9FB03B39-AC8A-DE9F-799B-C0667B2E7B1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76" name="Group 347">
              <a:extLst>
                <a:ext uri="{FF2B5EF4-FFF2-40B4-BE49-F238E27FC236}">
                  <a16:creationId xmlns:a16="http://schemas.microsoft.com/office/drawing/2014/main" id="{9775029F-0C9F-915F-0C26-0DC832CB97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914" y="2756819"/>
              <a:ext cx="413310" cy="196874"/>
              <a:chOff x="1871277" y="1576300"/>
              <a:chExt cx="1128371" cy="437861"/>
            </a:xfrm>
          </p:grpSpPr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3A8F40B0-2108-D17A-3EF0-4FDF4B56E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74B84E88-0B0B-8C90-145C-39A51F23C9BC}"/>
                  </a:ext>
                </a:extLst>
              </p:cNvPr>
              <p:cNvSpPr/>
              <p:nvPr/>
            </p:nvSpPr>
            <p:spPr bwMode="auto">
              <a:xfrm>
                <a:off x="1869259" y="1740200"/>
                <a:ext cx="1131178" cy="116512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E5D1F5E7-F10F-6606-8F16-B2FD79C355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84" name="Freeform 630">
                <a:extLst>
                  <a:ext uri="{FF2B5EF4-FFF2-40B4-BE49-F238E27FC236}">
                    <a16:creationId xmlns:a16="http://schemas.microsoft.com/office/drawing/2014/main" id="{EF388CD1-2D9A-3455-9A46-22271A2106C4}"/>
                  </a:ext>
                </a:extLst>
              </p:cNvPr>
              <p:cNvSpPr/>
              <p:nvPr/>
            </p:nvSpPr>
            <p:spPr bwMode="auto">
              <a:xfrm>
                <a:off x="2159639" y="1673116"/>
                <a:ext cx="550418" cy="16241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85" name="Freeform 631">
                <a:extLst>
                  <a:ext uri="{FF2B5EF4-FFF2-40B4-BE49-F238E27FC236}">
                    <a16:creationId xmlns:a16="http://schemas.microsoft.com/office/drawing/2014/main" id="{7CC34DF0-C2E3-A2C5-EDBB-0B4F1BD858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562 w 3723451"/>
                  <a:gd name="T3" fmla="*/ 321 h 932950"/>
                  <a:gd name="T4" fmla="*/ 330164 w 3723451"/>
                  <a:gd name="T5" fmla="*/ 62070 h 932950"/>
                  <a:gd name="T6" fmla="*/ 533943 w 3723451"/>
                  <a:gd name="T7" fmla="*/ 0 h 932950"/>
                  <a:gd name="T8" fmla="*/ 662444 w 3723451"/>
                  <a:gd name="T9" fmla="*/ 24700 h 932950"/>
                  <a:gd name="T10" fmla="*/ 566839 w 3723451"/>
                  <a:gd name="T11" fmla="*/ 55072 h 932950"/>
                  <a:gd name="T12" fmla="*/ 536059 w 3723451"/>
                  <a:gd name="T13" fmla="*/ 46883 h 932950"/>
                  <a:gd name="T14" fmla="*/ 333917 w 3723451"/>
                  <a:gd name="T15" fmla="*/ 111241 h 932950"/>
                  <a:gd name="T16" fmla="*/ 126604 w 3723451"/>
                  <a:gd name="T17" fmla="*/ 49251 h 932950"/>
                  <a:gd name="T18" fmla="*/ 93086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186" name="Freeform 632">
                <a:extLst>
                  <a:ext uri="{FF2B5EF4-FFF2-40B4-BE49-F238E27FC236}">
                    <a16:creationId xmlns:a16="http://schemas.microsoft.com/office/drawing/2014/main" id="{836C618F-3A58-A416-2C90-8B8998DACA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T0" fmla="*/ 0 w 1366596"/>
                  <a:gd name="T1" fmla="*/ 0 h 809868"/>
                  <a:gd name="T2" fmla="*/ 244057 w 1366596"/>
                  <a:gd name="T3" fmla="*/ 74985 h 809868"/>
                  <a:gd name="T4" fmla="*/ 154487 w 1366596"/>
                  <a:gd name="T5" fmla="*/ 97040 h 809868"/>
                  <a:gd name="T6" fmla="*/ 822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sp>
            <p:nvSpPr>
              <p:cNvPr id="187" name="Freeform 633">
                <a:extLst>
                  <a:ext uri="{FF2B5EF4-FFF2-40B4-BE49-F238E27FC236}">
                    <a16:creationId xmlns:a16="http://schemas.microsoft.com/office/drawing/2014/main" id="{BA004D8F-3507-BE05-9FCF-9842C7059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39 h 791462"/>
                  <a:gd name="T6" fmla="*/ 0 w 1348191"/>
                  <a:gd name="T7" fmla="*/ 75036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en-ZA"/>
              </a:p>
            </p:txBody>
          </p: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9E8635A2-6B60-DE3D-0A18-B74D8C16C07F}"/>
                  </a:ext>
                </a:extLst>
              </p:cNvPr>
              <p:cNvCxnSpPr>
                <a:cxnSpLocks noChangeShapeType="1"/>
                <a:endCxn id="183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94F77F51-BBE2-DE92-0641-486CD056A8A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pic>
          <p:nvPicPr>
            <p:cNvPr id="177" name="Picture 1005" descr="antenna_stylized">
              <a:extLst>
                <a:ext uri="{FF2B5EF4-FFF2-40B4-BE49-F238E27FC236}">
                  <a16:creationId xmlns:a16="http://schemas.microsoft.com/office/drawing/2014/main" id="{B851A3D8-76FE-4E62-C9D5-6CBF55C30E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6100" y="3095151"/>
              <a:ext cx="530703" cy="223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8" name="Picture 1005" descr="antenna_stylized">
              <a:extLst>
                <a:ext uri="{FF2B5EF4-FFF2-40B4-BE49-F238E27FC236}">
                  <a16:creationId xmlns:a16="http://schemas.microsoft.com/office/drawing/2014/main" id="{B613EE01-8936-5F16-D9D5-D8316510DD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3951" y="5490536"/>
              <a:ext cx="530703" cy="223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9" name="Picture 1005" descr="antenna_stylized">
              <a:extLst>
                <a:ext uri="{FF2B5EF4-FFF2-40B4-BE49-F238E27FC236}">
                  <a16:creationId xmlns:a16="http://schemas.microsoft.com/office/drawing/2014/main" id="{7FCFEF49-D3E9-55B3-A09D-7E7B1E21DF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5711" y="5438691"/>
              <a:ext cx="530703" cy="223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0" name="Picture 934" descr="antenna_radiation_stylized">
              <a:extLst>
                <a:ext uri="{FF2B5EF4-FFF2-40B4-BE49-F238E27FC236}">
                  <a16:creationId xmlns:a16="http://schemas.microsoft.com/office/drawing/2014/main" id="{A3F72778-7063-3477-A1EA-5876181389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6052" y="5017186"/>
              <a:ext cx="415925" cy="88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90143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EDA91-58F0-F6D1-3E2B-6FF12C3A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99417"/>
          </a:xfrm>
        </p:spPr>
        <p:txBody>
          <a:bodyPr/>
          <a:lstStyle/>
          <a:p>
            <a:r>
              <a:rPr lang="en-US" dirty="0"/>
              <a:t>Network Protocols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6FEE0-5FB0-9154-DA08-F0C72C3CB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30" y="955912"/>
            <a:ext cx="8709295" cy="5902087"/>
          </a:xfrm>
        </p:spPr>
        <p:txBody>
          <a:bodyPr/>
          <a:lstStyle/>
          <a:p>
            <a:r>
              <a:rPr lang="en-US" sz="1600" dirty="0"/>
              <a:t>Protocols are standard in network communication.</a:t>
            </a:r>
          </a:p>
          <a:p>
            <a:r>
              <a:rPr lang="en-US" sz="1600" dirty="0"/>
              <a:t>They ensure that different  devices from varying manufacturers, running different operating systems, connected to different networks  can communicate effectively (interoperability).</a:t>
            </a:r>
          </a:p>
          <a:p>
            <a:pPr marL="0" indent="0">
              <a:buNone/>
            </a:pPr>
            <a:r>
              <a:rPr lang="en-US" sz="1600" dirty="0"/>
              <a:t> </a:t>
            </a:r>
          </a:p>
          <a:p>
            <a:pPr marL="0" indent="0" algn="ctr">
              <a:buNone/>
            </a:pPr>
            <a:r>
              <a:rPr lang="en-US" sz="2400" b="1" i="1" u="sng" dirty="0"/>
              <a:t>Types of network protocols</a:t>
            </a:r>
          </a:p>
          <a:p>
            <a:pPr marL="0" indent="0" algn="ctr">
              <a:buNone/>
            </a:pPr>
            <a:endParaRPr lang="en-US" sz="2400" b="1" i="1" u="sng" dirty="0"/>
          </a:p>
          <a:p>
            <a:pPr marL="0" indent="0">
              <a:buNone/>
            </a:pPr>
            <a:r>
              <a:rPr lang="en-US" sz="1600" b="1" dirty="0"/>
              <a:t>Transport Layer Protocols: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Ensure end-to-end communication between devices  and error handling between devices in a network. </a:t>
            </a:r>
            <a:r>
              <a:rPr lang="en-US" sz="1600" dirty="0" err="1"/>
              <a:t>e.g</a:t>
            </a:r>
            <a:r>
              <a:rPr lang="en-US" sz="1600" dirty="0"/>
              <a:t> TCP and UDP</a:t>
            </a:r>
          </a:p>
          <a:p>
            <a:pPr marL="0" indent="0">
              <a:buNone/>
            </a:pPr>
            <a:r>
              <a:rPr lang="en-US" sz="1600" b="1" dirty="0"/>
              <a:t>Routing Protocols: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Determine the best  path/route for data to travel across networks. (</a:t>
            </a:r>
            <a:r>
              <a:rPr lang="en-US" sz="1600" dirty="0" err="1"/>
              <a:t>e.g</a:t>
            </a:r>
            <a:r>
              <a:rPr lang="en-US" sz="1600" dirty="0"/>
              <a:t> RIP, OSPF, BGP…..)</a:t>
            </a:r>
          </a:p>
          <a:p>
            <a:pPr marL="0" indent="0">
              <a:buNone/>
            </a:pPr>
            <a:r>
              <a:rPr lang="en-US" sz="1600" b="1" dirty="0"/>
              <a:t>Network Management Protocols: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Used to  monitor the network devices and infrastructure.</a:t>
            </a:r>
            <a:r>
              <a:rPr lang="en-GB" sz="1600" b="1" dirty="0"/>
              <a:t> </a:t>
            </a:r>
            <a:r>
              <a:rPr lang="en-GB" sz="1600" dirty="0" err="1"/>
              <a:t>e.g</a:t>
            </a:r>
            <a:r>
              <a:rPr lang="en-GB" sz="1600" dirty="0"/>
              <a:t> SNMP, ICMP</a:t>
            </a:r>
          </a:p>
          <a:p>
            <a:pPr marL="0" indent="0">
              <a:buNone/>
            </a:pPr>
            <a:r>
              <a:rPr lang="en-US" sz="1600" b="1" dirty="0"/>
              <a:t>Application Layer Protocols:</a:t>
            </a:r>
          </a:p>
          <a:p>
            <a:r>
              <a:rPr lang="en-US" sz="1600" dirty="0"/>
              <a:t>Enables  applications to communicate over the network. </a:t>
            </a:r>
            <a:r>
              <a:rPr lang="en-US" sz="1600" dirty="0" err="1"/>
              <a:t>e.g</a:t>
            </a:r>
            <a:r>
              <a:rPr lang="en-US" sz="1600" dirty="0"/>
              <a:t> Web client &amp; Web server uses HTTP</a:t>
            </a:r>
          </a:p>
          <a:p>
            <a:pPr marL="0" indent="0">
              <a:buNone/>
            </a:pPr>
            <a:r>
              <a:rPr lang="en-US" sz="1600" b="1" dirty="0"/>
              <a:t>Security Protocols:</a:t>
            </a:r>
          </a:p>
          <a:p>
            <a:r>
              <a:rPr lang="en-US" sz="1600" dirty="0"/>
              <a:t>They ensure  secure data exchanged over a network remains sec</a:t>
            </a:r>
          </a:p>
          <a:p>
            <a:r>
              <a:rPr lang="en-US" sz="1600" b="1" dirty="0"/>
              <a:t>SSL </a:t>
            </a:r>
            <a:r>
              <a:rPr lang="en-US" sz="1600" dirty="0"/>
              <a:t>(for data encryption), </a:t>
            </a:r>
            <a:r>
              <a:rPr lang="en-GB" sz="1600" b="1" dirty="0"/>
              <a:t>SSH </a:t>
            </a:r>
            <a:r>
              <a:rPr lang="en-GB" sz="1600" dirty="0"/>
              <a:t>(secure access to remote systems).</a:t>
            </a:r>
            <a:endParaRPr lang="en-US" sz="1600" dirty="0"/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buNone/>
            </a:pPr>
            <a:endParaRPr lang="en-US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A2E3C-9256-3E13-5137-2C74B5B9C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FC425F-E35F-F759-042E-94F626F92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2-</a:t>
            </a:r>
            <a:fld id="{D32E6724-BA85-45C3-9458-14A3E45635A2}" type="slidenum">
              <a:rPr lang="en-US" altLang="en-US" smtClean="0"/>
              <a:pPr/>
              <a:t>15</a:t>
            </a:fld>
            <a:endParaRPr lang="en-US" altLang="en-US"/>
          </a:p>
        </p:txBody>
      </p:sp>
      <p:pic>
        <p:nvPicPr>
          <p:cNvPr id="6" name="Picture 645" descr="underline_base">
            <a:extLst>
              <a:ext uri="{FF2B5EF4-FFF2-40B4-BE49-F238E27FC236}">
                <a16:creationId xmlns:a16="http://schemas.microsoft.com/office/drawing/2014/main" id="{5644CD0D-0728-1088-9DF7-077B9F2460DD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8" y="605446"/>
            <a:ext cx="6548437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2242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12DB7-5AD6-8B11-C1DE-CD2543086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12" descr="underline_base">
            <a:extLst>
              <a:ext uri="{FF2B5EF4-FFF2-40B4-BE49-F238E27FC236}">
                <a16:creationId xmlns:a16="http://schemas.microsoft.com/office/drawing/2014/main" id="{76ECCBAA-94D8-7B64-B7A3-C0F56752EA8E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87947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Rectangle 2">
            <a:extLst>
              <a:ext uri="{FF2B5EF4-FFF2-40B4-BE49-F238E27FC236}">
                <a16:creationId xmlns:a16="http://schemas.microsoft.com/office/drawing/2014/main" id="{7C6CFE28-E733-EAA7-22C5-BE73B81F081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87363" y="206375"/>
            <a:ext cx="5657850" cy="868363"/>
          </a:xfrm>
        </p:spPr>
        <p:txBody>
          <a:bodyPr/>
          <a:lstStyle/>
          <a:p>
            <a:pPr eaLnBrk="1" hangingPunct="1"/>
            <a:r>
              <a:rPr lang="en-US" altLang="en-US" dirty="0"/>
              <a:t>What</a:t>
            </a:r>
            <a:r>
              <a:rPr lang="ja-JP" altLang="en-US" dirty="0"/>
              <a:t>’</a:t>
            </a:r>
            <a:r>
              <a:rPr lang="en-US" altLang="ja-JP" dirty="0"/>
              <a:t>s a protocol?</a:t>
            </a:r>
            <a:endParaRPr lang="en-US" altLang="en-US" dirty="0"/>
          </a:p>
        </p:txBody>
      </p:sp>
      <p:sp>
        <p:nvSpPr>
          <p:cNvPr id="29702" name="Rectangle 5">
            <a:extLst>
              <a:ext uri="{FF2B5EF4-FFF2-40B4-BE49-F238E27FC236}">
                <a16:creationId xmlns:a16="http://schemas.microsoft.com/office/drawing/2014/main" id="{FE1C2FF3-8C31-3485-AFF0-5F7005118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67" y="1283066"/>
            <a:ext cx="7842978" cy="1669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457200" indent="-4572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CC0000"/>
                </a:solidFill>
                <a:cs typeface="Arial" panose="020B0604020202020204" pitchFamily="34" charset="0"/>
              </a:rPr>
              <a:t>Protocols</a:t>
            </a:r>
            <a:r>
              <a:rPr lang="en-US" altLang="en-US" sz="2000" i="1" dirty="0">
                <a:cs typeface="Arial" panose="020B0604020202020204" pitchFamily="34" charset="0"/>
              </a:rPr>
              <a:t> define the </a:t>
            </a:r>
            <a:r>
              <a:rPr lang="en-US" altLang="en-US" sz="2000" i="1" dirty="0">
                <a:solidFill>
                  <a:srgbClr val="CC0000"/>
                </a:solidFill>
                <a:cs typeface="Arial" panose="020B0604020202020204" pitchFamily="34" charset="0"/>
              </a:rPr>
              <a:t>format</a:t>
            </a:r>
            <a:r>
              <a:rPr lang="en-US" altLang="en-US" sz="2000" i="1" dirty="0">
                <a:cs typeface="Arial" panose="020B0604020202020204" pitchFamily="34" charset="0"/>
              </a:rPr>
              <a:t>, </a:t>
            </a:r>
            <a:r>
              <a:rPr lang="en-US" altLang="en-US" sz="2000" i="1" dirty="0">
                <a:solidFill>
                  <a:srgbClr val="CC0000"/>
                </a:solidFill>
                <a:cs typeface="Arial" panose="020B0604020202020204" pitchFamily="34" charset="0"/>
              </a:rPr>
              <a:t>order</a:t>
            </a:r>
            <a:r>
              <a:rPr lang="en-US" altLang="en-US" sz="2000" i="1" dirty="0">
                <a:cs typeface="Arial" panose="020B0604020202020204" pitchFamily="34" charset="0"/>
              </a:rPr>
              <a:t> of </a:t>
            </a:r>
            <a:r>
              <a:rPr lang="en-US" altLang="en-US" sz="2000" i="1" dirty="0">
                <a:solidFill>
                  <a:srgbClr val="CC0000"/>
                </a:solidFill>
                <a:cs typeface="Arial" panose="020B0604020202020204" pitchFamily="34" charset="0"/>
              </a:rPr>
              <a:t>messages sent and received</a:t>
            </a:r>
            <a:r>
              <a:rPr lang="en-US" altLang="en-US" sz="2000" i="1" dirty="0">
                <a:cs typeface="Arial" panose="020B0604020202020204" pitchFamily="34" charset="0"/>
              </a:rPr>
              <a:t> among network devices and </a:t>
            </a:r>
            <a:r>
              <a:rPr lang="en-US" altLang="en-US" sz="2000" i="1" dirty="0">
                <a:solidFill>
                  <a:srgbClr val="CC0000"/>
                </a:solidFill>
                <a:cs typeface="Arial" panose="020B0604020202020204" pitchFamily="34" charset="0"/>
              </a:rPr>
              <a:t>actions taken</a:t>
            </a:r>
            <a:r>
              <a:rPr lang="en-US" altLang="en-US" sz="2000" i="1" dirty="0">
                <a:cs typeface="Arial" panose="020B0604020202020204" pitchFamily="34" charset="0"/>
              </a:rPr>
              <a:t> on message transmission.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charset="0"/>
                <a:cs typeface="Arial" panose="020B0604020202020204" pitchFamily="34" charset="0"/>
              </a:rPr>
              <a:t>All communication activity in computer networks are governed by protocols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</a:pPr>
            <a:r>
              <a:rPr lang="en-GB" sz="2000" i="1" dirty="0">
                <a:cs typeface="Arial" panose="020B0604020202020204" pitchFamily="34" charset="0"/>
              </a:rPr>
              <a:t>Protocols provide a standardized way for systems to interact</a:t>
            </a:r>
            <a:endParaRPr lang="en-US" sz="2000" i="1" dirty="0">
              <a:cs typeface="Arial" panose="020B0604020202020204" pitchFamily="34" charset="0"/>
            </a:endParaRP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</a:pPr>
            <a:r>
              <a:rPr lang="en-GB" sz="2000" dirty="0">
                <a:ea typeface="ＭＳ Ｐゴシック" charset="0"/>
                <a:cs typeface="Arial" panose="020B0604020202020204" pitchFamily="34" charset="0"/>
              </a:rPr>
              <a:t>Different protocols are used to accomplish different communication tasks.</a:t>
            </a:r>
            <a:endParaRPr lang="en-US" sz="2000" dirty="0">
              <a:ea typeface="ＭＳ Ｐゴシック" charset="0"/>
              <a:cs typeface="Arial" panose="020B0604020202020204" pitchFamily="34" charset="0"/>
            </a:endParaRP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</a:pPr>
            <a:endParaRPr lang="en-US" altLang="en-US" sz="2000" i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29704" name="Slide Number Placeholder 3">
            <a:extLst>
              <a:ext uri="{FF2B5EF4-FFF2-40B4-BE49-F238E27FC236}">
                <a16:creationId xmlns:a16="http://schemas.microsoft.com/office/drawing/2014/main" id="{B9CD26A5-B119-7EE9-DDD6-08BE52153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A9B223A2-61D9-4ED0-A4A1-9D26A3B1855B}" type="slidenum">
              <a:rPr lang="en-US" altLang="en-US" sz="1200">
                <a:latin typeface="Tahoma" panose="020B0604030504040204" pitchFamily="34" charset="0"/>
              </a:rPr>
              <a:pPr/>
              <a:t>16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038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FBDD5-03B2-0716-0869-4CAFE53F1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Footer Placeholder 2">
            <a:extLst>
              <a:ext uri="{FF2B5EF4-FFF2-40B4-BE49-F238E27FC236}">
                <a16:creationId xmlns:a16="http://schemas.microsoft.com/office/drawing/2014/main" id="{DA5C51AF-DBEA-1449-19DF-76FF5BF2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31758" name="Line 85">
            <a:extLst>
              <a:ext uri="{FF2B5EF4-FFF2-40B4-BE49-F238E27FC236}">
                <a16:creationId xmlns:a16="http://schemas.microsoft.com/office/drawing/2014/main" id="{EE2EDB55-6300-B790-0771-C951FE6DBD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65725" y="4525963"/>
            <a:ext cx="2343150" cy="4286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ZA"/>
          </a:p>
        </p:txBody>
      </p:sp>
      <p:sp>
        <p:nvSpPr>
          <p:cNvPr id="31759" name="Line 89">
            <a:extLst>
              <a:ext uri="{FF2B5EF4-FFF2-40B4-BE49-F238E27FC236}">
                <a16:creationId xmlns:a16="http://schemas.microsoft.com/office/drawing/2014/main" id="{3FE5DF9E-3752-A439-0F2A-B67F1FABA06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0013" y="2811463"/>
            <a:ext cx="2176462" cy="3476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ZA"/>
          </a:p>
        </p:txBody>
      </p:sp>
      <p:sp>
        <p:nvSpPr>
          <p:cNvPr id="31760" name="Line 90">
            <a:extLst>
              <a:ext uri="{FF2B5EF4-FFF2-40B4-BE49-F238E27FC236}">
                <a16:creationId xmlns:a16="http://schemas.microsoft.com/office/drawing/2014/main" id="{8275F141-147E-AA3A-E4FD-C755D19328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18100" y="3317875"/>
            <a:ext cx="2216150" cy="3984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ZA"/>
          </a:p>
        </p:txBody>
      </p:sp>
      <p:sp>
        <p:nvSpPr>
          <p:cNvPr id="31761" name="Rectangle 92">
            <a:extLst>
              <a:ext uri="{FF2B5EF4-FFF2-40B4-BE49-F238E27FC236}">
                <a16:creationId xmlns:a16="http://schemas.microsoft.com/office/drawing/2014/main" id="{3E9C8944-8F4B-5F44-436E-015AAEA8C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3075" y="3340100"/>
            <a:ext cx="1438275" cy="39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>
              <a:solidFill>
                <a:srgbClr val="CC0000"/>
              </a:solidFill>
            </a:endParaRPr>
          </a:p>
        </p:txBody>
      </p:sp>
      <p:sp>
        <p:nvSpPr>
          <p:cNvPr id="31762" name="Text Box 91">
            <a:extLst>
              <a:ext uri="{FF2B5EF4-FFF2-40B4-BE49-F238E27FC236}">
                <a16:creationId xmlns:a16="http://schemas.microsoft.com/office/drawing/2014/main" id="{A13C93A3-F3E5-E60B-6248-1A5E9E274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0513" y="3341688"/>
            <a:ext cx="1809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800">
                <a:solidFill>
                  <a:srgbClr val="CC0000"/>
                </a:solidFill>
              </a:rPr>
              <a:t>TCP connection</a:t>
            </a:r>
          </a:p>
          <a:p>
            <a:pPr algn="ctr">
              <a:lnSpc>
                <a:spcPct val="85000"/>
              </a:lnSpc>
            </a:pPr>
            <a:r>
              <a:rPr lang="en-US" altLang="en-US" sz="1800">
                <a:solidFill>
                  <a:srgbClr val="CC0000"/>
                </a:solidFill>
              </a:rPr>
              <a:t>response</a:t>
            </a:r>
          </a:p>
        </p:txBody>
      </p:sp>
      <p:sp>
        <p:nvSpPr>
          <p:cNvPr id="31763" name="Line 94">
            <a:extLst>
              <a:ext uri="{FF2B5EF4-FFF2-40B4-BE49-F238E27FC236}">
                <a16:creationId xmlns:a16="http://schemas.microsoft.com/office/drawing/2014/main" id="{74AE1E4F-6C43-CF3D-631D-C87496DD78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5725" y="3963988"/>
            <a:ext cx="2400300" cy="4191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ZA"/>
          </a:p>
        </p:txBody>
      </p:sp>
      <p:grpSp>
        <p:nvGrpSpPr>
          <p:cNvPr id="31764" name="Group 97">
            <a:extLst>
              <a:ext uri="{FF2B5EF4-FFF2-40B4-BE49-F238E27FC236}">
                <a16:creationId xmlns:a16="http://schemas.microsoft.com/office/drawing/2014/main" id="{BCFDC51E-5CDF-6520-08AE-7FD4DF9558B0}"/>
              </a:ext>
            </a:extLst>
          </p:cNvPr>
          <p:cNvGrpSpPr>
            <a:grpSpLocks/>
          </p:cNvGrpSpPr>
          <p:nvPr/>
        </p:nvGrpSpPr>
        <p:grpSpPr bwMode="auto">
          <a:xfrm>
            <a:off x="5378450" y="4029075"/>
            <a:ext cx="3794125" cy="366713"/>
            <a:chOff x="3212" y="2597"/>
            <a:chExt cx="2390" cy="231"/>
          </a:xfrm>
        </p:grpSpPr>
        <p:sp>
          <p:nvSpPr>
            <p:cNvPr id="31812" name="Rectangle 96">
              <a:extLst>
                <a:ext uri="{FF2B5EF4-FFF2-40B4-BE49-F238E27FC236}">
                  <a16:creationId xmlns:a16="http://schemas.microsoft.com/office/drawing/2014/main" id="{C1DD5DEA-6BF4-630D-D518-BE53B773B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2" y="2628"/>
              <a:ext cx="2100" cy="1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solidFill>
                  <a:srgbClr val="CC0000"/>
                </a:solidFill>
              </a:endParaRPr>
            </a:p>
          </p:txBody>
        </p:sp>
        <p:sp>
          <p:nvSpPr>
            <p:cNvPr id="31813" name="Text Box 95">
              <a:extLst>
                <a:ext uri="{FF2B5EF4-FFF2-40B4-BE49-F238E27FC236}">
                  <a16:creationId xmlns:a16="http://schemas.microsoft.com/office/drawing/2014/main" id="{0B761507-F625-4FC0-670A-FB0719941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2" y="2597"/>
              <a:ext cx="23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CC0000"/>
                  </a:solidFill>
                </a:rPr>
                <a:t>Get</a:t>
              </a:r>
              <a:r>
                <a:rPr lang="en-US" altLang="en-US" sz="1400">
                  <a:solidFill>
                    <a:srgbClr val="CC0000"/>
                  </a:solidFill>
                </a:rPr>
                <a:t> http://www.awl.com/kurose-ross</a:t>
              </a:r>
              <a:endParaRPr lang="en-US" altLang="en-US">
                <a:solidFill>
                  <a:srgbClr val="CC0000"/>
                </a:solidFill>
              </a:endParaRPr>
            </a:p>
          </p:txBody>
        </p:sp>
      </p:grpSp>
      <p:sp>
        <p:nvSpPr>
          <p:cNvPr id="31765" name="Rectangle 99">
            <a:extLst>
              <a:ext uri="{FF2B5EF4-FFF2-40B4-BE49-F238E27FC236}">
                <a16:creationId xmlns:a16="http://schemas.microsoft.com/office/drawing/2014/main" id="{25850980-3A08-2E0A-FFCE-C03C444DF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4075" y="4624388"/>
            <a:ext cx="919163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>
              <a:solidFill>
                <a:srgbClr val="CC0000"/>
              </a:solidFill>
            </a:endParaRPr>
          </a:p>
        </p:txBody>
      </p:sp>
      <p:sp>
        <p:nvSpPr>
          <p:cNvPr id="31766" name="Text Box 100">
            <a:extLst>
              <a:ext uri="{FF2B5EF4-FFF2-40B4-BE49-F238E27FC236}">
                <a16:creationId xmlns:a16="http://schemas.microsoft.com/office/drawing/2014/main" id="{28D651D0-1861-EED7-5451-7B7C2205A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0738" y="4510088"/>
            <a:ext cx="93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CC0000"/>
                </a:solidFill>
              </a:rPr>
              <a:t>&lt;file&gt;</a:t>
            </a:r>
          </a:p>
        </p:txBody>
      </p:sp>
      <p:sp>
        <p:nvSpPr>
          <p:cNvPr id="31810" name="Rectangle 104">
            <a:extLst>
              <a:ext uri="{FF2B5EF4-FFF2-40B4-BE49-F238E27FC236}">
                <a16:creationId xmlns:a16="http://schemas.microsoft.com/office/drawing/2014/main" id="{C03577EE-F21A-6C8B-0006-245A35090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413" y="5068888"/>
            <a:ext cx="647700" cy="257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69" name="Rectangle 52">
            <a:extLst>
              <a:ext uri="{FF2B5EF4-FFF2-40B4-BE49-F238E27FC236}">
                <a16:creationId xmlns:a16="http://schemas.microsoft.com/office/drawing/2014/main" id="{39D21A94-555F-E5B9-9B6D-0AC009C6A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5763" y="2751138"/>
            <a:ext cx="1365250" cy="4397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1770" name="Text Box 91">
            <a:extLst>
              <a:ext uri="{FF2B5EF4-FFF2-40B4-BE49-F238E27FC236}">
                <a16:creationId xmlns:a16="http://schemas.microsoft.com/office/drawing/2014/main" id="{36927994-1F06-3346-D9D9-4875899CE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963" y="2682875"/>
            <a:ext cx="1809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en-US" sz="1800">
                <a:solidFill>
                  <a:srgbClr val="CC0000"/>
                </a:solidFill>
              </a:rPr>
              <a:t>TCP connection</a:t>
            </a:r>
          </a:p>
          <a:p>
            <a:pPr algn="ctr">
              <a:lnSpc>
                <a:spcPct val="85000"/>
              </a:lnSpc>
            </a:pPr>
            <a:r>
              <a:rPr lang="en-US" altLang="en-US" sz="1800">
                <a:solidFill>
                  <a:srgbClr val="CC0000"/>
                </a:solidFill>
              </a:rPr>
              <a:t>request</a:t>
            </a:r>
          </a:p>
        </p:txBody>
      </p:sp>
      <p:pic>
        <p:nvPicPr>
          <p:cNvPr id="31771" name="Picture 53" descr="underline_base">
            <a:extLst>
              <a:ext uri="{FF2B5EF4-FFF2-40B4-BE49-F238E27FC236}">
                <a16:creationId xmlns:a16="http://schemas.microsoft.com/office/drawing/2014/main" id="{9EAFCF03-6853-1256-A125-D62B9285CA8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87947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72" name="Rectangle 2">
            <a:extLst>
              <a:ext uri="{FF2B5EF4-FFF2-40B4-BE49-F238E27FC236}">
                <a16:creationId xmlns:a16="http://schemas.microsoft.com/office/drawing/2014/main" id="{0203DB85-B3AA-EBB3-B878-95397CA0A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63" y="206375"/>
            <a:ext cx="565785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400">
                <a:solidFill>
                  <a:srgbClr val="000099"/>
                </a:solidFill>
                <a:latin typeface="Gill Sans MT" panose="020B0502020104020203" pitchFamily="34" charset="0"/>
              </a:rPr>
              <a:t>What</a:t>
            </a:r>
            <a:r>
              <a:rPr lang="ja-JP" altLang="en-US" sz="4400">
                <a:solidFill>
                  <a:srgbClr val="000099"/>
                </a:solidFill>
                <a:latin typeface="Gill Sans MT" panose="020B0502020104020203" pitchFamily="34" charset="0"/>
              </a:rPr>
              <a:t>’</a:t>
            </a:r>
            <a:r>
              <a:rPr lang="en-US" altLang="ja-JP" sz="4400">
                <a:solidFill>
                  <a:srgbClr val="000099"/>
                </a:solidFill>
                <a:latin typeface="Gill Sans MT" panose="020B0502020104020203" pitchFamily="34" charset="0"/>
              </a:rPr>
              <a:t>s a protocol?</a:t>
            </a:r>
            <a:endParaRPr lang="en-US" altLang="en-US" sz="4400">
              <a:solidFill>
                <a:srgbClr val="000099"/>
              </a:solidFill>
              <a:latin typeface="Gill Sans MT" panose="020B0502020104020203" pitchFamily="34" charset="0"/>
            </a:endParaRPr>
          </a:p>
        </p:txBody>
      </p:sp>
      <p:grpSp>
        <p:nvGrpSpPr>
          <p:cNvPr id="31773" name="Group 57">
            <a:extLst>
              <a:ext uri="{FF2B5EF4-FFF2-40B4-BE49-F238E27FC236}">
                <a16:creationId xmlns:a16="http://schemas.microsoft.com/office/drawing/2014/main" id="{1275E4A7-EA22-3E29-9F53-FBB28BE57B2A}"/>
              </a:ext>
            </a:extLst>
          </p:cNvPr>
          <p:cNvGrpSpPr>
            <a:grpSpLocks/>
          </p:cNvGrpSpPr>
          <p:nvPr/>
        </p:nvGrpSpPr>
        <p:grpSpPr bwMode="auto">
          <a:xfrm>
            <a:off x="7412038" y="2782888"/>
            <a:ext cx="431800" cy="755650"/>
            <a:chOff x="4140" y="429"/>
            <a:chExt cx="1425" cy="2396"/>
          </a:xfrm>
        </p:grpSpPr>
        <p:sp>
          <p:nvSpPr>
            <p:cNvPr id="31778" name="Freeform 58">
              <a:extLst>
                <a:ext uri="{FF2B5EF4-FFF2-40B4-BE49-F238E27FC236}">
                  <a16:creationId xmlns:a16="http://schemas.microsoft.com/office/drawing/2014/main" id="{27605555-976D-7359-F474-1D295A0C4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1779" name="Rectangle 59">
              <a:extLst>
                <a:ext uri="{FF2B5EF4-FFF2-40B4-BE49-F238E27FC236}">
                  <a16:creationId xmlns:a16="http://schemas.microsoft.com/office/drawing/2014/main" id="{16A08175-94A0-49F1-87E0-5A057D036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80" name="Freeform 60">
              <a:extLst>
                <a:ext uri="{FF2B5EF4-FFF2-40B4-BE49-F238E27FC236}">
                  <a16:creationId xmlns:a16="http://schemas.microsoft.com/office/drawing/2014/main" id="{F12B98A8-A4A6-101B-5591-F3C623161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1781" name="Freeform 61">
              <a:extLst>
                <a:ext uri="{FF2B5EF4-FFF2-40B4-BE49-F238E27FC236}">
                  <a16:creationId xmlns:a16="http://schemas.microsoft.com/office/drawing/2014/main" id="{7C7B00F2-947C-5045-FC74-DAA0B2C3A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1782" name="Rectangle 62">
              <a:extLst>
                <a:ext uri="{FF2B5EF4-FFF2-40B4-BE49-F238E27FC236}">
                  <a16:creationId xmlns:a16="http://schemas.microsoft.com/office/drawing/2014/main" id="{0BD85204-DE73-67FA-F5B4-348790D36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31783" name="Group 63">
              <a:extLst>
                <a:ext uri="{FF2B5EF4-FFF2-40B4-BE49-F238E27FC236}">
                  <a16:creationId xmlns:a16="http://schemas.microsoft.com/office/drawing/2014/main" id="{DD659A88-35A9-D19E-073B-58ACFE4E13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1808" name="AutoShape 64">
                <a:extLst>
                  <a:ext uri="{FF2B5EF4-FFF2-40B4-BE49-F238E27FC236}">
                    <a16:creationId xmlns:a16="http://schemas.microsoft.com/office/drawing/2014/main" id="{8B70480F-ADE1-C697-C067-9A64CBD3BB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1809" name="AutoShape 65">
                <a:extLst>
                  <a:ext uri="{FF2B5EF4-FFF2-40B4-BE49-F238E27FC236}">
                    <a16:creationId xmlns:a16="http://schemas.microsoft.com/office/drawing/2014/main" id="{3484283E-108F-BF85-FEED-5298231965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31784" name="Rectangle 66">
              <a:extLst>
                <a:ext uri="{FF2B5EF4-FFF2-40B4-BE49-F238E27FC236}">
                  <a16:creationId xmlns:a16="http://schemas.microsoft.com/office/drawing/2014/main" id="{A8F0F8A0-E399-F0A8-EE92-F96BC6E3E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31785" name="Group 67">
              <a:extLst>
                <a:ext uri="{FF2B5EF4-FFF2-40B4-BE49-F238E27FC236}">
                  <a16:creationId xmlns:a16="http://schemas.microsoft.com/office/drawing/2014/main" id="{D8F6109D-BA8B-2A0B-C66C-D23EBCB247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1806" name="AutoShape 68">
                <a:extLst>
                  <a:ext uri="{FF2B5EF4-FFF2-40B4-BE49-F238E27FC236}">
                    <a16:creationId xmlns:a16="http://schemas.microsoft.com/office/drawing/2014/main" id="{D2C6A256-297E-212C-8647-016C1AE3A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1807" name="AutoShape 69">
                <a:extLst>
                  <a:ext uri="{FF2B5EF4-FFF2-40B4-BE49-F238E27FC236}">
                    <a16:creationId xmlns:a16="http://schemas.microsoft.com/office/drawing/2014/main" id="{6B1ADF53-4434-7369-B883-185C8D184B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31786" name="Rectangle 70">
              <a:extLst>
                <a:ext uri="{FF2B5EF4-FFF2-40B4-BE49-F238E27FC236}">
                  <a16:creationId xmlns:a16="http://schemas.microsoft.com/office/drawing/2014/main" id="{25123261-FB76-977D-C73B-C4077C002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87" name="Rectangle 71">
              <a:extLst>
                <a:ext uri="{FF2B5EF4-FFF2-40B4-BE49-F238E27FC236}">
                  <a16:creationId xmlns:a16="http://schemas.microsoft.com/office/drawing/2014/main" id="{C96B67F3-7F48-D581-0616-721F7F0BB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31788" name="Group 72">
              <a:extLst>
                <a:ext uri="{FF2B5EF4-FFF2-40B4-BE49-F238E27FC236}">
                  <a16:creationId xmlns:a16="http://schemas.microsoft.com/office/drawing/2014/main" id="{5BF55F59-AF11-B636-BF2D-AE79E86906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804" name="AutoShape 73">
                <a:extLst>
                  <a:ext uri="{FF2B5EF4-FFF2-40B4-BE49-F238E27FC236}">
                    <a16:creationId xmlns:a16="http://schemas.microsoft.com/office/drawing/2014/main" id="{0E27F0CF-634D-E5CC-1D6C-8CF10A0DE8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1805" name="AutoShape 74">
                <a:extLst>
                  <a:ext uri="{FF2B5EF4-FFF2-40B4-BE49-F238E27FC236}">
                    <a16:creationId xmlns:a16="http://schemas.microsoft.com/office/drawing/2014/main" id="{C87FF271-EE1D-BD2C-689B-9C7FE8BECD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31789" name="Freeform 75">
              <a:extLst>
                <a:ext uri="{FF2B5EF4-FFF2-40B4-BE49-F238E27FC236}">
                  <a16:creationId xmlns:a16="http://schemas.microsoft.com/office/drawing/2014/main" id="{0A60BA74-B852-3A5D-EBE7-DF7403BE9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31790" name="Group 76">
              <a:extLst>
                <a:ext uri="{FF2B5EF4-FFF2-40B4-BE49-F238E27FC236}">
                  <a16:creationId xmlns:a16="http://schemas.microsoft.com/office/drawing/2014/main" id="{0BDBA49B-3429-2205-4BF8-C7AA4B94EA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802" name="AutoShape 77">
                <a:extLst>
                  <a:ext uri="{FF2B5EF4-FFF2-40B4-BE49-F238E27FC236}">
                    <a16:creationId xmlns:a16="http://schemas.microsoft.com/office/drawing/2014/main" id="{7F90D670-6EDD-417D-5BF6-322CC0A7F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1803" name="AutoShape 78">
                <a:extLst>
                  <a:ext uri="{FF2B5EF4-FFF2-40B4-BE49-F238E27FC236}">
                    <a16:creationId xmlns:a16="http://schemas.microsoft.com/office/drawing/2014/main" id="{4D9CC448-D1A9-A65E-E602-EE3E4ACE2A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31791" name="Rectangle 79">
              <a:extLst>
                <a:ext uri="{FF2B5EF4-FFF2-40B4-BE49-F238E27FC236}">
                  <a16:creationId xmlns:a16="http://schemas.microsoft.com/office/drawing/2014/main" id="{2B6A00BA-94D8-E587-1375-6AFA07B91C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92" name="Freeform 80">
              <a:extLst>
                <a:ext uri="{FF2B5EF4-FFF2-40B4-BE49-F238E27FC236}">
                  <a16:creationId xmlns:a16="http://schemas.microsoft.com/office/drawing/2014/main" id="{B00396B4-802A-02CF-81FF-C783FE52B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1793" name="Freeform 81">
              <a:extLst>
                <a:ext uri="{FF2B5EF4-FFF2-40B4-BE49-F238E27FC236}">
                  <a16:creationId xmlns:a16="http://schemas.microsoft.com/office/drawing/2014/main" id="{0AAF6E61-BF6D-0082-39E3-ED444AC28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1794" name="Oval 82">
              <a:extLst>
                <a:ext uri="{FF2B5EF4-FFF2-40B4-BE49-F238E27FC236}">
                  <a16:creationId xmlns:a16="http://schemas.microsoft.com/office/drawing/2014/main" id="{678C942C-27C4-5944-9175-59707A9AB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95" name="Freeform 83">
              <a:extLst>
                <a:ext uri="{FF2B5EF4-FFF2-40B4-BE49-F238E27FC236}">
                  <a16:creationId xmlns:a16="http://schemas.microsoft.com/office/drawing/2014/main" id="{8967CB2F-6944-6F87-C83C-DB493A3DD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1796" name="AutoShape 84">
              <a:extLst>
                <a:ext uri="{FF2B5EF4-FFF2-40B4-BE49-F238E27FC236}">
                  <a16:creationId xmlns:a16="http://schemas.microsoft.com/office/drawing/2014/main" id="{2F1F83DD-EB72-1196-78AB-662CCFCD3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97" name="AutoShape 85">
              <a:extLst>
                <a:ext uri="{FF2B5EF4-FFF2-40B4-BE49-F238E27FC236}">
                  <a16:creationId xmlns:a16="http://schemas.microsoft.com/office/drawing/2014/main" id="{2A83E2F2-C229-3A4D-82F7-294471993C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98" name="Oval 86">
              <a:extLst>
                <a:ext uri="{FF2B5EF4-FFF2-40B4-BE49-F238E27FC236}">
                  <a16:creationId xmlns:a16="http://schemas.microsoft.com/office/drawing/2014/main" id="{5B1C98CB-BB34-8216-19BD-9D47ADA55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99" name="Oval 87">
              <a:extLst>
                <a:ext uri="{FF2B5EF4-FFF2-40B4-BE49-F238E27FC236}">
                  <a16:creationId xmlns:a16="http://schemas.microsoft.com/office/drawing/2014/main" id="{AD2D9ACF-A365-DB1D-E2FA-AAF62E55A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31800" name="Oval 88">
              <a:extLst>
                <a:ext uri="{FF2B5EF4-FFF2-40B4-BE49-F238E27FC236}">
                  <a16:creationId xmlns:a16="http://schemas.microsoft.com/office/drawing/2014/main" id="{274C32B4-9182-562F-35B9-A152C1B3C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801" name="Rectangle 89">
              <a:extLst>
                <a:ext uri="{FF2B5EF4-FFF2-40B4-BE49-F238E27FC236}">
                  <a16:creationId xmlns:a16="http://schemas.microsoft.com/office/drawing/2014/main" id="{65E276B0-0D16-4F3F-D571-DEFEEB620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31774" name="Group 90">
            <a:extLst>
              <a:ext uri="{FF2B5EF4-FFF2-40B4-BE49-F238E27FC236}">
                <a16:creationId xmlns:a16="http://schemas.microsoft.com/office/drawing/2014/main" id="{F381E882-6809-573C-6569-E8C3E722AD55}"/>
              </a:ext>
            </a:extLst>
          </p:cNvPr>
          <p:cNvGrpSpPr>
            <a:grpSpLocks/>
          </p:cNvGrpSpPr>
          <p:nvPr/>
        </p:nvGrpSpPr>
        <p:grpSpPr bwMode="auto">
          <a:xfrm>
            <a:off x="4275138" y="2339975"/>
            <a:ext cx="893762" cy="828675"/>
            <a:chOff x="-44" y="1473"/>
            <a:chExt cx="981" cy="1105"/>
          </a:xfrm>
        </p:grpSpPr>
        <p:pic>
          <p:nvPicPr>
            <p:cNvPr id="31776" name="Picture 91" descr="desktop_computer_stylized_medium">
              <a:extLst>
                <a:ext uri="{FF2B5EF4-FFF2-40B4-BE49-F238E27FC236}">
                  <a16:creationId xmlns:a16="http://schemas.microsoft.com/office/drawing/2014/main" id="{94EDABC3-7D30-3CDC-FFB2-D4908A1E1E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77" name="Freeform 92">
              <a:extLst>
                <a:ext uri="{FF2B5EF4-FFF2-40B4-BE49-F238E27FC236}">
                  <a16:creationId xmlns:a16="http://schemas.microsoft.com/office/drawing/2014/main" id="{495791E0-97B8-925F-9779-A9B04E25754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ZA"/>
            </a:p>
          </p:txBody>
        </p:sp>
      </p:grpSp>
      <p:sp>
        <p:nvSpPr>
          <p:cNvPr id="31775" name="Slide Number Placeholder 3">
            <a:extLst>
              <a:ext uri="{FF2B5EF4-FFF2-40B4-BE49-F238E27FC236}">
                <a16:creationId xmlns:a16="http://schemas.microsoft.com/office/drawing/2014/main" id="{6CF3E427-FB0B-2670-576B-B3513A786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AB227340-8255-4945-AC54-611CC86D9AD2}" type="slidenum">
              <a:rPr lang="en-US" altLang="en-US" sz="1200">
                <a:latin typeface="Tahoma" panose="020B0604030504040204" pitchFamily="34" charset="0"/>
              </a:rPr>
              <a:pPr/>
              <a:t>17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3D1ACEE5-ED5F-7DBF-FD92-1BA2DBB10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49" y="1330440"/>
            <a:ext cx="7842978" cy="1669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457200" indent="-457200" algn="just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000" i="1" dirty="0" err="1">
                <a:cs typeface="Arial" panose="020B0604020202020204" pitchFamily="34" charset="0"/>
              </a:rPr>
              <a:t>E.g</a:t>
            </a:r>
            <a:r>
              <a:rPr lang="en-US" altLang="en-US" sz="2000" i="1" dirty="0">
                <a:cs typeface="Arial" panose="020B0604020202020204" pitchFamily="34" charset="0"/>
              </a:rPr>
              <a:t> for a web client to access a resource from a web server, they need to follow certain protocols (rules).</a:t>
            </a:r>
          </a:p>
        </p:txBody>
      </p:sp>
    </p:spTree>
    <p:extLst>
      <p:ext uri="{BB962C8B-B14F-4D97-AF65-F5344CB8AC3E}">
        <p14:creationId xmlns:p14="http://schemas.microsoft.com/office/powerpoint/2010/main" val="1373239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14D202E7-E5C8-B1E2-9CCD-8AA052E7363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76938" y="-32613"/>
            <a:ext cx="8382000" cy="846137"/>
          </a:xfrm>
        </p:spPr>
        <p:txBody>
          <a:bodyPr/>
          <a:lstStyle/>
          <a:p>
            <a:pPr indent="-285750" eaLnBrk="1" hangingPunct="1"/>
            <a:r>
              <a:rPr lang="en-GB" sz="2400" b="1" kern="1200" dirty="0">
                <a:solidFill>
                  <a:schemeClr val="accent2">
                    <a:lumMod val="50000"/>
                  </a:schemeClr>
                </a:solidFill>
              </a:rPr>
              <a:t>Network Information/ Settings needed for connectivity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F9B70BCE-678A-EA95-96AD-A073EA9588F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79682" y="703231"/>
            <a:ext cx="8863013" cy="5630673"/>
          </a:xfrm>
        </p:spPr>
        <p:txBody>
          <a:bodyPr/>
          <a:lstStyle/>
          <a:p>
            <a:pPr marL="5715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1400" kern="1200" dirty="0"/>
              <a:t>Devices need the following settings/ </a:t>
            </a:r>
            <a:r>
              <a:rPr lang="en-GB" sz="1400" b="0" i="0" dirty="0">
                <a:effectLst/>
              </a:rPr>
              <a:t>parameters to allow the computer to connect to and communicate with other devices on the network</a:t>
            </a:r>
            <a:endParaRPr lang="en-GB" sz="1400" kern="1200" dirty="0"/>
          </a:p>
          <a:p>
            <a:pPr lvl="1" indent="-3429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MS PGothic" panose="020B0600070205080204" pitchFamily="34" charset="-128"/>
                <a:cs typeface="Arial"/>
              </a:rPr>
              <a:t>Hostname: </a:t>
            </a:r>
          </a:p>
          <a:p>
            <a:pPr marL="800100" lvl="2" indent="0" algn="just">
              <a:spcBef>
                <a:spcPts val="0"/>
              </a:spcBef>
              <a:buNone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cs typeface="Arial"/>
              </a:rPr>
              <a:t>- A human-readable name assigned to a device.</a:t>
            </a:r>
          </a:p>
          <a:p>
            <a:pPr marL="1085850" lvl="2" indent="-285750" algn="just">
              <a:spcBef>
                <a:spcPts val="0"/>
              </a:spcBef>
              <a:buFontTx/>
              <a:buChar char="-"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cs typeface="Arial"/>
              </a:rPr>
              <a:t>An easy-to-remember name for identifying and accessing the device within the network</a:t>
            </a:r>
          </a:p>
          <a:p>
            <a:pPr marL="1085850" lvl="2" indent="-285750" algn="just">
              <a:spcBef>
                <a:spcPts val="0"/>
              </a:spcBef>
              <a:buFontTx/>
              <a:buChar char="-"/>
              <a:defRPr/>
            </a:pPr>
            <a:r>
              <a:rPr lang="en-GB" sz="1400" dirty="0" err="1">
                <a:latin typeface="Gill Sans MT"/>
                <a:cs typeface="Arial"/>
              </a:rPr>
              <a:t>e.g</a:t>
            </a:r>
            <a:r>
              <a:rPr lang="en-GB" sz="1400" dirty="0">
                <a:latin typeface="Gill Sans MT"/>
                <a:cs typeface="Arial"/>
              </a:rPr>
              <a:t> srv-finance-01</a:t>
            </a:r>
          </a:p>
          <a:p>
            <a:pPr lvl="1" indent="-3429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  <a:defRPr/>
            </a:pPr>
            <a:r>
              <a:rPr lang="en-GB" sz="1400" b="1" dirty="0">
                <a:latin typeface="Gill Sans MT"/>
                <a:ea typeface="MS PGothic" panose="020B0600070205080204" pitchFamily="34" charset="-128"/>
                <a:cs typeface="Arial"/>
              </a:rPr>
              <a:t>IP address: </a:t>
            </a:r>
          </a:p>
          <a:p>
            <a:pPr marL="800100" lvl="2" indent="0" algn="just">
              <a:spcBef>
                <a:spcPts val="0"/>
              </a:spcBef>
              <a:buNone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cs typeface="Arial"/>
              </a:rPr>
              <a:t>- A unique logical address used to identify devices on a network, </a:t>
            </a:r>
            <a:r>
              <a:rPr lang="en-GB" sz="1400" dirty="0" err="1">
                <a:latin typeface="Gill Sans MT"/>
              </a:rPr>
              <a:t>e.g</a:t>
            </a:r>
            <a:r>
              <a:rPr lang="en-GB" sz="1400" dirty="0">
                <a:latin typeface="Gill Sans MT"/>
              </a:rPr>
              <a:t> 192.168.4.5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Gill Sans MT"/>
              <a:cs typeface="Arial"/>
            </a:endParaRPr>
          </a:p>
          <a:p>
            <a:pPr marL="1085850" lvl="2" indent="-285750" algn="just">
              <a:spcBef>
                <a:spcPts val="0"/>
              </a:spcBef>
              <a:buFontTx/>
              <a:buChar char="-"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cs typeface="Arial"/>
              </a:rPr>
              <a:t>Assigned either statically (manually) or automatically (by DHCP server) </a:t>
            </a:r>
          </a:p>
          <a:p>
            <a:pPr lvl="1" indent="-3429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  <a:defRPr/>
            </a:pPr>
            <a:r>
              <a:rPr lang="en-GB" sz="1400" b="1" dirty="0">
                <a:latin typeface="Gill Sans MT"/>
                <a:ea typeface="MS PGothic" panose="020B0600070205080204" pitchFamily="34" charset="-128"/>
                <a:cs typeface="Arial"/>
              </a:rPr>
              <a:t>Subnet Mask: </a:t>
            </a:r>
          </a:p>
          <a:p>
            <a:pPr marL="1085850" lvl="2" indent="-285750" algn="just">
              <a:lnSpc>
                <a:spcPct val="150000"/>
              </a:lnSpc>
              <a:spcBef>
                <a:spcPts val="0"/>
              </a:spcBef>
              <a:buFontTx/>
              <a:buChar char="-"/>
              <a:defRPr/>
            </a:pPr>
            <a:r>
              <a:rPr lang="en-GB" sz="1400" dirty="0">
                <a:latin typeface="Gill Sans MT"/>
                <a:cs typeface="Arial"/>
              </a:rPr>
              <a:t>An a</a:t>
            </a:r>
            <a:r>
              <a:rPr kumimoji="0" lang="en-GB" sz="1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ill Sans MT"/>
                <a:cs typeface="Arial"/>
              </a:rPr>
              <a:t>ddress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cs typeface="Arial"/>
              </a:rPr>
              <a:t> that identifies the subnet/network in which </a:t>
            </a:r>
            <a:r>
              <a:rPr lang="en-GB" sz="1400" dirty="0">
                <a:latin typeface="Gill Sans MT"/>
                <a:cs typeface="Arial"/>
              </a:rPr>
              <a:t>a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cs typeface="Arial"/>
              </a:rPr>
              <a:t> device belongs to </a:t>
            </a:r>
            <a:r>
              <a:rPr kumimoji="0" lang="en-GB" sz="1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ill Sans MT"/>
                <a:cs typeface="Arial"/>
              </a:rPr>
              <a:t>e.g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cs typeface="Arial"/>
              </a:rPr>
              <a:t> </a:t>
            </a:r>
            <a:r>
              <a:rPr lang="en-GB" sz="1400" dirty="0">
                <a:latin typeface="Gill Sans MT"/>
              </a:rPr>
              <a:t>255.255.255.0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Gill Sans MT"/>
              <a:cs typeface="Arial"/>
            </a:endParaRPr>
          </a:p>
          <a:p>
            <a:pPr lvl="1" indent="-3429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  <a:defRPr/>
            </a:pPr>
            <a:r>
              <a:rPr lang="en-GB" sz="1400" b="1" dirty="0">
                <a:latin typeface="Gill Sans MT"/>
                <a:ea typeface="MS PGothic" panose="020B0600070205080204" pitchFamily="34" charset="-128"/>
                <a:cs typeface="Arial"/>
              </a:rPr>
              <a:t>MAC Address </a:t>
            </a:r>
          </a:p>
          <a:p>
            <a:pPr marL="800100" lvl="2" indent="0" algn="just">
              <a:spcBef>
                <a:spcPts val="0"/>
              </a:spcBef>
              <a:buNone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cs typeface="Arial"/>
              </a:rPr>
              <a:t>- A unique physical address used to identify a network device  on a local network</a:t>
            </a:r>
          </a:p>
          <a:p>
            <a:pPr marL="1085850" lvl="2" indent="-285750" algn="just">
              <a:spcBef>
                <a:spcPts val="0"/>
              </a:spcBef>
              <a:buFontTx/>
              <a:buChar char="-"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cs typeface="Arial"/>
              </a:rPr>
              <a:t>Assigned by the manufacturer of the networking device (NIC)</a:t>
            </a:r>
          </a:p>
          <a:p>
            <a:pPr lvl="1" indent="-3429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  <a:defRPr/>
            </a:pPr>
            <a:r>
              <a:rPr lang="en-GB" sz="1400" b="1" dirty="0">
                <a:latin typeface="Gill Sans MT"/>
                <a:ea typeface="MS PGothic" panose="020B0600070205080204" pitchFamily="34" charset="-128"/>
                <a:cs typeface="Arial"/>
              </a:rPr>
              <a:t>Default gateway </a:t>
            </a:r>
          </a:p>
          <a:p>
            <a:pPr marL="1085850" lvl="2" indent="-285750" algn="just">
              <a:lnSpc>
                <a:spcPct val="150000"/>
              </a:lnSpc>
              <a:spcBef>
                <a:spcPts val="0"/>
              </a:spcBef>
              <a:buFontTx/>
              <a:buChar char="-"/>
              <a:defRPr/>
            </a:pPr>
            <a:r>
              <a:rPr lang="en-GB" sz="1400" dirty="0">
                <a:latin typeface="Gill Sans MT"/>
                <a:cs typeface="Arial"/>
              </a:rPr>
              <a:t>Used as an exit/entry point to/from a network. </a:t>
            </a:r>
          </a:p>
          <a:p>
            <a:pPr marL="1085850" lvl="2" indent="-285750" algn="just">
              <a:lnSpc>
                <a:spcPct val="150000"/>
              </a:lnSpc>
              <a:spcBef>
                <a:spcPts val="0"/>
              </a:spcBef>
              <a:buFontTx/>
              <a:buChar char="-"/>
              <a:defRPr/>
            </a:pPr>
            <a:r>
              <a:rPr lang="en-US" sz="1400" dirty="0">
                <a:latin typeface="Gill Sans MT"/>
                <a:cs typeface="Arial"/>
              </a:rPr>
              <a:t>Device that allows hosts in a local network (LAN) to communicate with devices in external networks by forwarding packets between the local and external networks.</a:t>
            </a:r>
            <a:endParaRPr lang="en-GB" sz="1400" dirty="0">
              <a:latin typeface="Gill Sans MT"/>
              <a:cs typeface="Arial"/>
            </a:endParaRPr>
          </a:p>
          <a:p>
            <a:pPr lvl="1" indent="-3429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  <a:defRPr/>
            </a:pPr>
            <a:r>
              <a:rPr lang="en-GB" sz="1400" b="1" dirty="0">
                <a:latin typeface="Gill Sans MT"/>
                <a:ea typeface="MS PGothic" panose="020B0600070205080204" pitchFamily="34" charset="-128"/>
                <a:cs typeface="Arial"/>
              </a:rPr>
              <a:t>DNS address </a:t>
            </a:r>
          </a:p>
          <a:p>
            <a:pPr marL="1085850" lvl="2" indent="-285750" algn="just">
              <a:spcBef>
                <a:spcPts val="0"/>
              </a:spcBef>
              <a:buFontTx/>
              <a:buChar char="-"/>
              <a:defRPr/>
            </a:pPr>
            <a:r>
              <a:rPr lang="en-GB" sz="1400" dirty="0">
                <a:latin typeface="Gill Sans MT"/>
                <a:cs typeface="Arial"/>
              </a:rPr>
              <a:t>IP address of the DNS server which translates domain names to their IP addresses and </a:t>
            </a:r>
            <a:r>
              <a:rPr lang="en-GB" sz="1400" dirty="0" err="1">
                <a:latin typeface="Gill Sans MT"/>
                <a:cs typeface="Arial"/>
              </a:rPr>
              <a:t>vise</a:t>
            </a:r>
            <a:r>
              <a:rPr lang="en-GB" sz="1400" dirty="0">
                <a:latin typeface="Gill Sans MT"/>
                <a:cs typeface="Arial"/>
              </a:rPr>
              <a:t> versa </a:t>
            </a:r>
          </a:p>
          <a:p>
            <a:pPr marL="1085850" lvl="2" indent="-285750" algn="just">
              <a:spcBef>
                <a:spcPts val="0"/>
              </a:spcBef>
              <a:buFontTx/>
              <a:buChar char="-"/>
              <a:defRPr/>
            </a:pPr>
            <a:r>
              <a:rPr lang="en-GB" sz="1400" dirty="0" err="1">
                <a:latin typeface="Gill Sans MT"/>
                <a:cs typeface="Arial"/>
              </a:rPr>
              <a:t>e.g</a:t>
            </a:r>
            <a:r>
              <a:rPr lang="en-GB" sz="1400" dirty="0">
                <a:latin typeface="Gill Sans MT"/>
                <a:cs typeface="Arial"/>
              </a:rPr>
              <a:t> </a:t>
            </a:r>
            <a:r>
              <a:rPr lang="en-GB" sz="1400" dirty="0">
                <a:latin typeface="Gill Sans MT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www.google.com</a:t>
            </a:r>
            <a:r>
              <a:rPr lang="en-GB" sz="1400" dirty="0">
                <a:latin typeface="Gill Sans MT"/>
                <a:cs typeface="Arial"/>
              </a:rPr>
              <a:t> into </a:t>
            </a:r>
            <a:r>
              <a:rPr lang="en-NA" sz="1400" dirty="0">
                <a:latin typeface="Gill Sans MT"/>
                <a:cs typeface="Arial"/>
              </a:rPr>
              <a:t>142.250.190.78</a:t>
            </a:r>
            <a:endParaRPr lang="en-GB" sz="1400" dirty="0">
              <a:latin typeface="Gill Sans MT"/>
              <a:cs typeface="Arial"/>
            </a:endParaRPr>
          </a:p>
          <a:p>
            <a:pPr marL="800100" lvl="2" indent="0" algn="just">
              <a:spcBef>
                <a:spcPts val="0"/>
              </a:spcBef>
              <a:buNone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cs typeface="Arial"/>
            </a:endParaRPr>
          </a:p>
          <a:p>
            <a:pPr marL="800100" lvl="2" indent="0" algn="just">
              <a:spcBef>
                <a:spcPts val="0"/>
              </a:spcBef>
              <a:buNone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cs typeface="Arial"/>
            </a:endParaRPr>
          </a:p>
          <a:p>
            <a:pPr marL="800100" lvl="2" indent="0" algn="just">
              <a:lnSpc>
                <a:spcPct val="150000"/>
              </a:lnSpc>
              <a:spcBef>
                <a:spcPts val="0"/>
              </a:spcBef>
              <a:buNone/>
              <a:defRPr/>
            </a:pP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cs typeface="Arial"/>
            </a:endParaRPr>
          </a:p>
        </p:txBody>
      </p:sp>
      <p:pic>
        <p:nvPicPr>
          <p:cNvPr id="27651" name="Picture 645" descr="underline_base">
            <a:extLst>
              <a:ext uri="{FF2B5EF4-FFF2-40B4-BE49-F238E27FC236}">
                <a16:creationId xmlns:a16="http://schemas.microsoft.com/office/drawing/2014/main" id="{179FBB4A-857E-E8D1-CB2E-33E29FFA5457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8" y="616617"/>
            <a:ext cx="7878762" cy="173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Slide Number Placeholder 3">
            <a:extLst>
              <a:ext uri="{FF2B5EF4-FFF2-40B4-BE49-F238E27FC236}">
                <a16:creationId xmlns:a16="http://schemas.microsoft.com/office/drawing/2014/main" id="{D24A3819-8FC4-F114-A927-B5AD7985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9C04FB30-6344-43DB-81FB-2803BED3FABF}" type="slidenum">
              <a:rPr lang="en-US" altLang="en-US" sz="1200">
                <a:latin typeface="Tahoma" panose="020B0604030504040204" pitchFamily="34" charset="0"/>
              </a:rPr>
              <a:pPr/>
              <a:t>18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253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0B53C-1140-D3FB-81E0-657F5CE8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FAB360C0-2057-1373-8F76-61425C34538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76938" y="-32613"/>
            <a:ext cx="8382000" cy="846137"/>
          </a:xfrm>
        </p:spPr>
        <p:txBody>
          <a:bodyPr/>
          <a:lstStyle/>
          <a:p>
            <a:pPr indent="-285750" eaLnBrk="1" hangingPunct="1"/>
            <a:r>
              <a:rPr lang="en-GB" sz="2400" b="1" kern="1200" dirty="0">
                <a:solidFill>
                  <a:schemeClr val="accent2">
                    <a:lumMod val="50000"/>
                  </a:schemeClr>
                </a:solidFill>
              </a:rPr>
              <a:t>Network Information/ Settings needed for connectivity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1D95BFED-AB4C-4AF0-79F3-E3522A425F51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46126" y="711412"/>
            <a:ext cx="8863013" cy="5630673"/>
          </a:xfrm>
        </p:spPr>
        <p:txBody>
          <a:bodyPr/>
          <a:lstStyle/>
          <a:p>
            <a:pPr marL="5715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1400" b="1" dirty="0"/>
              <a:t>DNS Server</a:t>
            </a:r>
          </a:p>
          <a:p>
            <a:pPr indent="-285750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sz="1400" dirty="0"/>
              <a:t>A server that translates domain names into IP addresses, </a:t>
            </a:r>
          </a:p>
          <a:p>
            <a:pPr indent="-285750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sz="1400" b="1" dirty="0"/>
              <a:t>User-Friendly Access</a:t>
            </a:r>
            <a:r>
              <a:rPr lang="en-US" sz="1400" dirty="0"/>
              <a:t> – Humans remember names easier than numeric IP addresses.</a:t>
            </a:r>
          </a:p>
          <a:p>
            <a:pPr marL="5715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5715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dirty="0"/>
              <a:t>1. You type </a:t>
            </a:r>
            <a:r>
              <a:rPr lang="en-US" sz="1400" b="1" dirty="0"/>
              <a:t>networkverge.com </a:t>
            </a:r>
            <a:r>
              <a:rPr lang="en-US" sz="1400" dirty="0"/>
              <a:t>in the browser.</a:t>
            </a:r>
          </a:p>
          <a:p>
            <a:pPr marL="5715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dirty="0"/>
              <a:t>2. Your computer sends a DNS query to the configured DNS server (via the default gateway).</a:t>
            </a:r>
          </a:p>
          <a:p>
            <a:pPr marL="5715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dirty="0"/>
              <a:t>3. The DNS server resolves the domain name to an IP address and sends it back to the client. (If DNS server doesn’t know → asks a </a:t>
            </a:r>
            <a:r>
              <a:rPr lang="en-US" sz="1400" b="1" dirty="0"/>
              <a:t>Root DNS server</a:t>
            </a:r>
            <a:r>
              <a:rPr lang="en-US" sz="1400" dirty="0"/>
              <a:t> (the “Internet’s phonebook”) via a public DNS server such as google DNS server.</a:t>
            </a:r>
          </a:p>
          <a:p>
            <a:pPr marL="5715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dirty="0"/>
              <a:t>4. Your computer sends an HTTPS request to that IP address through the default gateway.</a:t>
            </a:r>
          </a:p>
          <a:p>
            <a:pPr marL="5715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dirty="0"/>
              <a:t>5. The server responds and the webpage loads.</a:t>
            </a:r>
            <a:endParaRPr lang="en-GB" sz="1400" dirty="0">
              <a:solidFill>
                <a:srgbClr val="000000"/>
              </a:solidFill>
              <a:latin typeface="Gill Sans MT"/>
              <a:cs typeface="Arial"/>
            </a:endParaRPr>
          </a:p>
          <a:p>
            <a:pPr marL="800100" lvl="2" indent="0" algn="just">
              <a:spcBef>
                <a:spcPts val="0"/>
              </a:spcBef>
              <a:buNone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cs typeface="Arial"/>
            </a:endParaRPr>
          </a:p>
        </p:txBody>
      </p:sp>
      <p:pic>
        <p:nvPicPr>
          <p:cNvPr id="27651" name="Picture 645" descr="underline_base">
            <a:extLst>
              <a:ext uri="{FF2B5EF4-FFF2-40B4-BE49-F238E27FC236}">
                <a16:creationId xmlns:a16="http://schemas.microsoft.com/office/drawing/2014/main" id="{9A02456A-CB83-F44B-2FA6-91D629919301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8" y="616617"/>
            <a:ext cx="7878762" cy="173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Footer Placeholder 2">
            <a:extLst>
              <a:ext uri="{FF2B5EF4-FFF2-40B4-BE49-F238E27FC236}">
                <a16:creationId xmlns:a16="http://schemas.microsoft.com/office/drawing/2014/main" id="{9C26FD43-D4F1-B571-D836-C828C03D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73938" y="6467475"/>
            <a:ext cx="1098550" cy="288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27653" name="Slide Number Placeholder 3">
            <a:extLst>
              <a:ext uri="{FF2B5EF4-FFF2-40B4-BE49-F238E27FC236}">
                <a16:creationId xmlns:a16="http://schemas.microsoft.com/office/drawing/2014/main" id="{A204E34D-5B6C-8146-8E40-8941F4590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9C04FB30-6344-43DB-81FB-2803BED3FABF}" type="slidenum">
              <a:rPr lang="en-US" altLang="en-US" sz="1200">
                <a:latin typeface="Tahoma" panose="020B0604030504040204" pitchFamily="34" charset="0"/>
              </a:rPr>
              <a:pPr/>
              <a:t>19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281459-9F5C-97B4-1BFC-00CE958DD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8859" y="3942825"/>
            <a:ext cx="5595457" cy="292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966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F63BE-22A9-8256-1F2C-AB27DE6FE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b="1" kern="1200" dirty="0">
                <a:solidFill>
                  <a:schemeClr val="accent2">
                    <a:lumMod val="50000"/>
                  </a:schemeClr>
                </a:solidFill>
              </a:rPr>
              <a:t>Network Information/ Settings needed for connectivity</a:t>
            </a:r>
            <a:br>
              <a:rPr lang="en-GB" sz="2000" b="1" kern="1200" dirty="0">
                <a:solidFill>
                  <a:schemeClr val="accent2">
                    <a:lumMod val="50000"/>
                  </a:schemeClr>
                </a:solidFill>
              </a:rPr>
            </a:br>
            <a:br>
              <a:rPr lang="en-GB" sz="2000" b="1" kern="1200" dirty="0">
                <a:solidFill>
                  <a:schemeClr val="accent2">
                    <a:lumMod val="50000"/>
                  </a:schemeClr>
                </a:solidFill>
              </a:rPr>
            </a:br>
            <a:endParaRPr lang="en-GB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10E56-26CC-CF8D-9975-2A8207DD6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541" y="894938"/>
            <a:ext cx="7772400" cy="4834743"/>
          </a:xfrm>
        </p:spPr>
        <p:txBody>
          <a:bodyPr/>
          <a:lstStyle/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b="1" dirty="0"/>
              <a:t>Dynamic IP address Assignment  </a:t>
            </a:r>
          </a:p>
          <a:p>
            <a:pPr marL="0" indent="0">
              <a:buNone/>
            </a:pPr>
            <a:endParaRPr lang="en-US" dirty="0"/>
          </a:p>
          <a:p>
            <a:pPr algn="just"/>
            <a:r>
              <a:rPr lang="en-US" sz="2400" dirty="0"/>
              <a:t>Automatically assigns IP Address settings to devices on a network. </a:t>
            </a:r>
          </a:p>
          <a:p>
            <a:pPr algn="just"/>
            <a:r>
              <a:rPr lang="en-US" sz="2400" dirty="0"/>
              <a:t>Uses Dynamic Host Configuration Protocol </a:t>
            </a:r>
            <a:r>
              <a:rPr lang="en-US" sz="2400" b="1" dirty="0"/>
              <a:t>(DHCP)</a:t>
            </a:r>
            <a:r>
              <a:rPr lang="en-US" sz="2400" dirty="0"/>
              <a:t> server, which dynamically allocates IP addresses from a predefined pool </a:t>
            </a:r>
            <a:r>
              <a:rPr lang="en-US" sz="2400" dirty="0" err="1"/>
              <a:t>e.g</a:t>
            </a:r>
            <a:r>
              <a:rPr lang="en-US" sz="2400" dirty="0"/>
              <a:t> for 200 devices assign Ips from this pool: 192.168.80.</a:t>
            </a:r>
            <a:r>
              <a:rPr lang="en-US" sz="2400" b="1" dirty="0"/>
              <a:t>1</a:t>
            </a:r>
            <a:r>
              <a:rPr lang="en-US" sz="2400" dirty="0"/>
              <a:t> – 192.168.80.</a:t>
            </a:r>
            <a:r>
              <a:rPr lang="en-US" sz="2400" b="1" dirty="0"/>
              <a:t>200</a:t>
            </a:r>
          </a:p>
          <a:p>
            <a:pPr algn="just"/>
            <a:r>
              <a:rPr lang="en-US" sz="2400" dirty="0"/>
              <a:t>Commonly used in large networks to simplify IP address management – more efficient.</a:t>
            </a:r>
          </a:p>
          <a:p>
            <a:pPr algn="just"/>
            <a:r>
              <a:rPr lang="en-US" sz="2400" dirty="0"/>
              <a:t>IP address assigned dynamically  is only  temporarily assigned to a device for the defined lease period.</a:t>
            </a:r>
          </a:p>
          <a:p>
            <a:pPr algn="just"/>
            <a:r>
              <a:rPr lang="en-US" sz="2400" dirty="0"/>
              <a:t>The IP address goes back in the pool after lease period expires. The device is assigned a new IP next time it connects to the network.</a:t>
            </a:r>
            <a:endParaRPr lang="en-GB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04185A-E507-65A8-B823-8DB549CFB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8B796B-EA67-8D35-FD63-BFFC43E5F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2-</a:t>
            </a:r>
            <a:fld id="{D32E6724-BA85-45C3-9458-14A3E45635A2}" type="slidenum">
              <a:rPr lang="en-US" altLang="en-US" smtClean="0"/>
              <a:pPr/>
              <a:t>20</a:t>
            </a:fld>
            <a:endParaRPr lang="en-US" altLang="en-US"/>
          </a:p>
        </p:txBody>
      </p:sp>
      <p:pic>
        <p:nvPicPr>
          <p:cNvPr id="6" name="Picture 645" descr="underline_base">
            <a:extLst>
              <a:ext uri="{FF2B5EF4-FFF2-40B4-BE49-F238E27FC236}">
                <a16:creationId xmlns:a16="http://schemas.microsoft.com/office/drawing/2014/main" id="{D895BEE9-0EC8-FF54-A5F1-E282E6D8BB9E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" y="779714"/>
            <a:ext cx="6548437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EC0A1700-3722-161C-096D-421FD696B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41853"/>
            <a:ext cx="8839200" cy="84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GB" sz="2000" kern="1200" dirty="0">
                <a:solidFill>
                  <a:schemeClr val="accent6">
                    <a:lumMod val="75000"/>
                  </a:schemeClr>
                </a:solidFill>
              </a:rPr>
              <a:t>IP Address </a:t>
            </a:r>
            <a:r>
              <a:rPr lang="en-GB" sz="2000" kern="1200" dirty="0" err="1">
                <a:solidFill>
                  <a:schemeClr val="accent6">
                    <a:lumMod val="75000"/>
                  </a:schemeClr>
                </a:solidFill>
              </a:rPr>
              <a:t>Assigment</a:t>
            </a:r>
            <a:r>
              <a:rPr lang="en-GB" sz="2000" kern="1200" dirty="0">
                <a:solidFill>
                  <a:schemeClr val="accent6">
                    <a:lumMod val="75000"/>
                  </a:schemeClr>
                </a:solidFill>
              </a:rPr>
              <a:t> Methods:</a:t>
            </a:r>
          </a:p>
        </p:txBody>
      </p:sp>
    </p:spTree>
    <p:extLst>
      <p:ext uri="{BB962C8B-B14F-4D97-AF65-F5344CB8AC3E}">
        <p14:creationId xmlns:p14="http://schemas.microsoft.com/office/powerpoint/2010/main" val="2664436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0D9CF-0FD5-3036-A2BF-7431F6CB5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kern="1200" dirty="0">
                <a:solidFill>
                  <a:schemeClr val="accent2">
                    <a:lumMod val="50000"/>
                  </a:schemeClr>
                </a:solidFill>
              </a:rPr>
              <a:t>Network Information/ Settings needed for connectivity</a:t>
            </a: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8CE7C-8850-56D3-937F-E3D573B32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2209800"/>
            <a:ext cx="7772400" cy="46482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2. Static IP address assignment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Manually assigning   IP address settings to devices.</a:t>
            </a:r>
          </a:p>
          <a:p>
            <a:r>
              <a:rPr lang="en-US" dirty="0"/>
              <a:t>The IP address remains  fixed until changed.</a:t>
            </a:r>
          </a:p>
          <a:p>
            <a:r>
              <a:rPr lang="en-US" dirty="0"/>
              <a:t>Assigned to devices that requires a fixed address, e.g. server/printer.</a:t>
            </a:r>
          </a:p>
          <a:p>
            <a:r>
              <a:rPr lang="en-US" dirty="0"/>
              <a:t>Also used in networks with fewer devices.</a:t>
            </a:r>
          </a:p>
          <a:p>
            <a:r>
              <a:rPr lang="en-US" dirty="0"/>
              <a:t>Not efficient for larger networks (time consuming, </a:t>
            </a:r>
            <a:r>
              <a:rPr lang="en-GB" dirty="0"/>
              <a:t>risk of IP conflicts</a:t>
            </a:r>
            <a:r>
              <a:rPr lang="en-US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11F97-2DB8-55A6-DF3E-0076AF223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994F77-5982-FB0A-5FC0-AA50F3831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2-</a:t>
            </a:r>
            <a:fld id="{D32E6724-BA85-45C3-9458-14A3E45635A2}" type="slidenum">
              <a:rPr lang="en-US" altLang="en-US" smtClean="0"/>
              <a:pPr/>
              <a:t>21</a:t>
            </a:fld>
            <a:endParaRPr lang="en-US" altLang="en-US"/>
          </a:p>
        </p:txBody>
      </p:sp>
      <p:pic>
        <p:nvPicPr>
          <p:cNvPr id="6" name="Picture 645" descr="underline_base">
            <a:extLst>
              <a:ext uri="{FF2B5EF4-FFF2-40B4-BE49-F238E27FC236}">
                <a16:creationId xmlns:a16="http://schemas.microsoft.com/office/drawing/2014/main" id="{DECAFB85-92BE-9B4C-7F7E-A5033B318D68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56" y="1230122"/>
            <a:ext cx="7878762" cy="173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5FEB69BE-CC2E-F5C2-0B6C-61DD5FA11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334" y="1230122"/>
            <a:ext cx="8839200" cy="84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GB" sz="2000" kern="1200" dirty="0">
                <a:solidFill>
                  <a:schemeClr val="accent6">
                    <a:lumMod val="75000"/>
                  </a:schemeClr>
                </a:solidFill>
              </a:rPr>
              <a:t>IP Address </a:t>
            </a:r>
            <a:r>
              <a:rPr lang="en-GB" sz="2000" kern="1200" dirty="0" err="1">
                <a:solidFill>
                  <a:schemeClr val="accent6">
                    <a:lumMod val="75000"/>
                  </a:schemeClr>
                </a:solidFill>
              </a:rPr>
              <a:t>Assigment</a:t>
            </a:r>
            <a:r>
              <a:rPr lang="en-GB" sz="2000" kern="1200" dirty="0">
                <a:solidFill>
                  <a:schemeClr val="accent6">
                    <a:lumMod val="75000"/>
                  </a:schemeClr>
                </a:solidFill>
              </a:rPr>
              <a:t> Methods</a:t>
            </a:r>
          </a:p>
        </p:txBody>
      </p:sp>
    </p:spTree>
    <p:extLst>
      <p:ext uri="{BB962C8B-B14F-4D97-AF65-F5344CB8AC3E}">
        <p14:creationId xmlns:p14="http://schemas.microsoft.com/office/powerpoint/2010/main" val="3889722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Footer Placeholder 2">
            <a:extLst>
              <a:ext uri="{FF2B5EF4-FFF2-40B4-BE49-F238E27FC236}">
                <a16:creationId xmlns:a16="http://schemas.microsoft.com/office/drawing/2014/main" id="{F4522BFD-15ED-7C81-64B5-5589DC5F4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35846" name="Picture 544" descr="underline_base">
            <a:extLst>
              <a:ext uri="{FF2B5EF4-FFF2-40B4-BE49-F238E27FC236}">
                <a16:creationId xmlns:a16="http://schemas.microsoft.com/office/drawing/2014/main" id="{F816059D-8069-5E47-78E1-EEA8EEEF56C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8778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7" name="Slide Number Placeholder 3">
            <a:extLst>
              <a:ext uri="{FF2B5EF4-FFF2-40B4-BE49-F238E27FC236}">
                <a16:creationId xmlns:a16="http://schemas.microsoft.com/office/drawing/2014/main" id="{8A4E2BB4-B9FE-E7B5-C448-26660174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2803348A-A3DA-4589-BE9A-9728B58FE731}" type="slidenum">
              <a:rPr lang="en-US" altLang="en-US" sz="1200">
                <a:latin typeface="Tahoma" panose="020B0604030504040204" pitchFamily="34" charset="0"/>
              </a:rPr>
              <a:pPr/>
              <a:t>22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DFACCA8-B555-CD29-DCA9-43584817F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25" y="75945"/>
            <a:ext cx="8382000" cy="84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Network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DEFE1A-4A62-BCB7-6DD4-AE162A09D97A}"/>
              </a:ext>
            </a:extLst>
          </p:cNvPr>
          <p:cNvSpPr txBox="1"/>
          <p:nvPr/>
        </p:nvSpPr>
        <p:spPr>
          <a:xfrm>
            <a:off x="312475" y="1401553"/>
            <a:ext cx="8688650" cy="3187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Network architecture defines </a:t>
            </a:r>
            <a:r>
              <a:rPr lang="en-GB" dirty="0">
                <a:latin typeface="+mn-lt"/>
              </a:rPr>
              <a:t>There </a:t>
            </a:r>
            <a:r>
              <a:rPr lang="en-GB" b="0" i="0" dirty="0">
                <a:effectLst/>
                <a:latin typeface="+mn-lt"/>
              </a:rPr>
              <a:t>are two common network </a:t>
            </a:r>
            <a:r>
              <a:rPr lang="en-GB" b="0" i="0" dirty="0" err="1">
                <a:effectLst/>
                <a:latin typeface="+mn-lt"/>
              </a:rPr>
              <a:t>architectu</a:t>
            </a:r>
            <a:r>
              <a:rPr lang="en-US" dirty="0"/>
              <a:t>how  network devices are connected and communicating over the network.</a:t>
            </a:r>
            <a:endParaRPr lang="en-GB" dirty="0">
              <a:latin typeface="+mn-lt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+mn-lt"/>
              </a:rPr>
              <a:t>res:</a:t>
            </a:r>
          </a:p>
          <a:p>
            <a:pPr marL="800100" lvl="1" indent="-342900">
              <a:spcAft>
                <a:spcPts val="1000"/>
              </a:spcAft>
              <a:buAutoNum type="arabicPeriod"/>
            </a:pPr>
            <a:r>
              <a:rPr lang="en-GB" altLang="en-US" b="1" dirty="0">
                <a:latin typeface="+mn-lt"/>
              </a:rPr>
              <a:t>Client-Server Architecture</a:t>
            </a:r>
          </a:p>
          <a:p>
            <a:pPr marL="800100" lvl="1" indent="-342900">
              <a:spcAft>
                <a:spcPts val="1000"/>
              </a:spcAft>
              <a:buAutoNum type="arabicPeriod"/>
            </a:pPr>
            <a:r>
              <a:rPr lang="en-GB" altLang="en-US" b="1" dirty="0">
                <a:latin typeface="+mn-lt"/>
              </a:rPr>
              <a:t>Peer to Peer Architecture</a:t>
            </a:r>
          </a:p>
          <a:p>
            <a:pPr marL="285750" lvl="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0" i="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12162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>
            <a:extLst>
              <a:ext uri="{FF2B5EF4-FFF2-40B4-BE49-F238E27FC236}">
                <a16:creationId xmlns:a16="http://schemas.microsoft.com/office/drawing/2014/main" id="{2BBD1321-41D0-E047-0FB4-48C7F1F58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B0695B4E-8EBB-4FE6-9404-3E11182997EF}" type="slidenum">
              <a:rPr lang="en-US" altLang="en-US" sz="1200">
                <a:latin typeface="Tahoma" panose="020B0604030504040204" pitchFamily="34" charset="0"/>
              </a:rPr>
              <a:pPr/>
              <a:t>23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16389" name="Text Box 6">
            <a:extLst>
              <a:ext uri="{FF2B5EF4-FFF2-40B4-BE49-F238E27FC236}">
                <a16:creationId xmlns:a16="http://schemas.microsoft.com/office/drawing/2014/main" id="{4261D3CF-16C1-8388-DF28-88253863C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370" y="1075991"/>
            <a:ext cx="7936992" cy="2768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b="0" i="0" dirty="0">
                <a:effectLst/>
                <a:latin typeface="+mn-lt"/>
              </a:rPr>
              <a:t>In a client-server architecture, network resources and services are distributed between clients (end-user devices) and servers (centralized resources).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b="0" i="0" dirty="0">
                <a:effectLst/>
                <a:latin typeface="+mn-lt"/>
              </a:rPr>
              <a:t> Clients make requests, and servers fulfil those requests.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8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An architecture where end-user devices (clients) request services or resources from a </a:t>
            </a:r>
            <a:r>
              <a:rPr lang="en-US" sz="1800" b="1" dirty="0"/>
              <a:t>server.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E.g.: Web browsers (clients) accessing a website hosted on a web server.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800" b="0" i="0" dirty="0">
              <a:effectLst/>
              <a:latin typeface="+mn-lt"/>
            </a:endParaRPr>
          </a:p>
          <a:p>
            <a:pPr algn="l"/>
            <a:endParaRPr lang="en-GB" sz="1800" b="0" i="0" dirty="0">
              <a:effectLst/>
              <a:latin typeface="+mn-lt"/>
            </a:endParaRPr>
          </a:p>
          <a:p>
            <a:pPr lvl="0">
              <a:lnSpc>
                <a:spcPct val="150000"/>
              </a:lnSpc>
              <a:spcAft>
                <a:spcPts val="600"/>
              </a:spcAft>
            </a:pPr>
            <a:endParaRPr lang="en-GB" altLang="en-US" sz="900" dirty="0">
              <a:latin typeface="+mn-lt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7A286FD-EB59-B2A5-A826-946ECBE0E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858" y="198439"/>
            <a:ext cx="8699691" cy="886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4000" dirty="0">
                <a:solidFill>
                  <a:schemeClr val="accent2">
                    <a:lumMod val="75000"/>
                  </a:schemeClr>
                </a:solidFill>
                <a:latin typeface="+mj-lt"/>
                <a:cs typeface="+mj-cs"/>
              </a:rPr>
              <a:t>Client-Server Architectures</a:t>
            </a:r>
          </a:p>
        </p:txBody>
      </p:sp>
      <p:sp>
        <p:nvSpPr>
          <p:cNvPr id="5" name="Rectangle 460">
            <a:extLst>
              <a:ext uri="{FF2B5EF4-FFF2-40B4-BE49-F238E27FC236}">
                <a16:creationId xmlns:a16="http://schemas.microsoft.com/office/drawing/2014/main" id="{846671DD-A79F-2DB6-2BDD-5776562B1B58}"/>
              </a:ext>
            </a:extLst>
          </p:cNvPr>
          <p:cNvSpPr txBox="1">
            <a:spLocks noChangeArrowheads="1"/>
          </p:cNvSpPr>
          <p:nvPr/>
        </p:nvSpPr>
        <p:spPr>
          <a:xfrm>
            <a:off x="595646" y="3659896"/>
            <a:ext cx="4959491" cy="245683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sz="1800" b="1" kern="0" dirty="0"/>
              <a:t>server: </a:t>
            </a:r>
          </a:p>
          <a:p>
            <a:r>
              <a:rPr lang="en-US" altLang="en-US" sz="1800" kern="0" dirty="0"/>
              <a:t>Always wait for request from hosts</a:t>
            </a:r>
          </a:p>
          <a:p>
            <a:r>
              <a:rPr lang="en-US" altLang="en-US" sz="1800" kern="0" dirty="0"/>
              <a:t>Serves the clients’ request</a:t>
            </a:r>
          </a:p>
          <a:p>
            <a:r>
              <a:rPr lang="en-US" altLang="en-US" sz="1800" kern="0" dirty="0"/>
              <a:t>Centrally manages resources &amp; processes data</a:t>
            </a:r>
          </a:p>
          <a:p>
            <a:r>
              <a:rPr lang="en-US" altLang="en-US" sz="1800" kern="0" dirty="0"/>
              <a:t>permanent IP address</a:t>
            </a:r>
          </a:p>
          <a:p>
            <a:pPr>
              <a:spcBef>
                <a:spcPct val="75000"/>
              </a:spcBef>
              <a:buFont typeface="Wingdings" panose="05000000000000000000" pitchFamily="2" charset="2"/>
              <a:buNone/>
            </a:pPr>
            <a:r>
              <a:rPr lang="en-US" altLang="en-US" sz="1800" b="1" kern="0" dirty="0"/>
              <a:t>Clients:</a:t>
            </a:r>
          </a:p>
          <a:p>
            <a:r>
              <a:rPr lang="en-US" altLang="en-US" sz="1800" kern="0" dirty="0"/>
              <a:t>Communicate with the server</a:t>
            </a:r>
          </a:p>
          <a:p>
            <a:r>
              <a:rPr lang="en-US" altLang="en-US" sz="1800" kern="0" dirty="0"/>
              <a:t>Request for resources from the server</a:t>
            </a:r>
          </a:p>
          <a:p>
            <a:r>
              <a:rPr lang="en-US" altLang="en-US" sz="1800" kern="0" dirty="0"/>
              <a:t>May have dynamic IP addresses</a:t>
            </a:r>
          </a:p>
        </p:txBody>
      </p:sp>
      <p:pic>
        <p:nvPicPr>
          <p:cNvPr id="3" name="Picture 351" descr="underline_base">
            <a:extLst>
              <a:ext uri="{FF2B5EF4-FFF2-40B4-BE49-F238E27FC236}">
                <a16:creationId xmlns:a16="http://schemas.microsoft.com/office/drawing/2014/main" id="{AF1225EC-91D0-8246-2535-ECE1C2E43680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842963"/>
            <a:ext cx="6057900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710" name="Picture 16709">
            <a:extLst>
              <a:ext uri="{FF2B5EF4-FFF2-40B4-BE49-F238E27FC236}">
                <a16:creationId xmlns:a16="http://schemas.microsoft.com/office/drawing/2014/main" id="{7CDDF7F9-1D2C-51A1-1072-7582BF01B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900" y="3429000"/>
            <a:ext cx="3590225" cy="233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9565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>
            <a:extLst>
              <a:ext uri="{FF2B5EF4-FFF2-40B4-BE49-F238E27FC236}">
                <a16:creationId xmlns:a16="http://schemas.microsoft.com/office/drawing/2014/main" id="{2BBD1321-41D0-E047-0FB4-48C7F1F58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B0695B4E-8EBB-4FE6-9404-3E11182997EF}" type="slidenum">
              <a:rPr lang="en-US" altLang="en-US" sz="1200">
                <a:latin typeface="Tahoma" panose="020B0604030504040204" pitchFamily="34" charset="0"/>
              </a:rPr>
              <a:pPr/>
              <a:t>24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7A286FD-EB59-B2A5-A826-946ECBE0E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09" y="178816"/>
            <a:ext cx="8699691" cy="886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4000" dirty="0">
                <a:solidFill>
                  <a:schemeClr val="accent2">
                    <a:lumMod val="75000"/>
                  </a:schemeClr>
                </a:solidFill>
                <a:latin typeface="+mn-lt"/>
                <a:cs typeface="+mj-cs"/>
              </a:rPr>
              <a:t>Peer to Peer Architecture</a:t>
            </a:r>
          </a:p>
        </p:txBody>
      </p:sp>
      <p:sp>
        <p:nvSpPr>
          <p:cNvPr id="16705" name="Rectangle 5">
            <a:extLst>
              <a:ext uri="{FF2B5EF4-FFF2-40B4-BE49-F238E27FC236}">
                <a16:creationId xmlns:a16="http://schemas.microsoft.com/office/drawing/2014/main" id="{69B21D49-814C-6714-0F81-404BF56D3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09" y="2981180"/>
            <a:ext cx="5030900" cy="3122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itchFamily="34" charset="0"/>
              <a:ea typeface="MS PGothic" panose="020B0600070205080204" pitchFamily="34" charset="-128"/>
            </a:endParaRPr>
          </a:p>
        </p:txBody>
      </p:sp>
      <p:pic>
        <p:nvPicPr>
          <p:cNvPr id="3" name="Picture 351" descr="underline_base">
            <a:extLst>
              <a:ext uri="{FF2B5EF4-FFF2-40B4-BE49-F238E27FC236}">
                <a16:creationId xmlns:a16="http://schemas.microsoft.com/office/drawing/2014/main" id="{5A1AA421-3F06-F001-E8DD-CB54FC883BA7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842963"/>
            <a:ext cx="6057900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709" name="TextBox 16708">
            <a:extLst>
              <a:ext uri="{FF2B5EF4-FFF2-40B4-BE49-F238E27FC236}">
                <a16:creationId xmlns:a16="http://schemas.microsoft.com/office/drawing/2014/main" id="{2754F54D-5806-FE02-E5AD-B2747310E328}"/>
              </a:ext>
            </a:extLst>
          </p:cNvPr>
          <p:cNvSpPr txBox="1"/>
          <p:nvPr/>
        </p:nvSpPr>
        <p:spPr>
          <a:xfrm>
            <a:off x="-6541" y="1065022"/>
            <a:ext cx="8331391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0" i="0" dirty="0">
                <a:effectLst/>
                <a:latin typeface="+mn-lt"/>
              </a:rPr>
              <a:t>In a peer-to-peer architecture, all devices (peers) have equal status a</a:t>
            </a:r>
            <a:r>
              <a:rPr lang="en-GB" sz="2000" dirty="0">
                <a:latin typeface="+mn-lt"/>
              </a:rPr>
              <a:t>s client and server</a:t>
            </a:r>
            <a:r>
              <a:rPr lang="en-GB" sz="2000" b="0" i="0" dirty="0">
                <a:effectLst/>
                <a:latin typeface="+mn-lt"/>
              </a:rPr>
              <a:t>. Each device can share resources directly with others.</a:t>
            </a:r>
          </a:p>
          <a:p>
            <a:pPr algn="l">
              <a:spcAft>
                <a:spcPts val="600"/>
              </a:spcAft>
            </a:pPr>
            <a:endParaRPr lang="en-GB" sz="2000" b="0" i="0" dirty="0">
              <a:effectLst/>
              <a:latin typeface="+mn-lt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Decentralized structure with no dedicated servers.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Each device has its resources, and communication is directly between peers.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Gill Sans MT" pitchFamily="34" charset="0"/>
              </a:rPr>
              <a:t>peers request service from other peers, provide service in return to other peers</a:t>
            </a:r>
            <a:endParaRPr lang="en-GB" sz="2000" b="0" i="0" dirty="0">
              <a:effectLst/>
              <a:latin typeface="+mn-lt"/>
            </a:endParaRPr>
          </a:p>
          <a:p>
            <a:pPr marL="742950" lvl="1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0" i="0" dirty="0">
                <a:effectLst/>
                <a:latin typeface="+mn-lt"/>
              </a:rPr>
              <a:t>Common in small networks, file sharing and collaborative applications</a:t>
            </a:r>
            <a:r>
              <a:rPr lang="en-GB" sz="2000" dirty="0">
                <a:latin typeface="+mn-lt"/>
              </a:rPr>
              <a:t>.</a:t>
            </a:r>
            <a:endParaRPr lang="en-GB" sz="2000" b="0" i="0" dirty="0">
              <a:effectLst/>
              <a:latin typeface="+mn-lt"/>
            </a:endParaRPr>
          </a:p>
        </p:txBody>
      </p:sp>
      <p:pic>
        <p:nvPicPr>
          <p:cNvPr id="2050" name="Picture 2" descr="Peer to Peer Topology: Definition, Features, and How It Works ~ PT. Network  Data Sistem">
            <a:extLst>
              <a:ext uri="{FF2B5EF4-FFF2-40B4-BE49-F238E27FC236}">
                <a16:creationId xmlns:a16="http://schemas.microsoft.com/office/drawing/2014/main" id="{6483A942-3766-BFB9-14DE-973FB6A4A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752" y="4219662"/>
            <a:ext cx="4960779" cy="263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081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819E5-B7C0-08AB-2EC0-E39320CB2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>
            <a:extLst>
              <a:ext uri="{FF2B5EF4-FFF2-40B4-BE49-F238E27FC236}">
                <a16:creationId xmlns:a16="http://schemas.microsoft.com/office/drawing/2014/main" id="{3C7A9D9F-17D4-4E2B-9783-7BF0E4C77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B0695B4E-8EBB-4FE6-9404-3E11182997EF}" type="slidenum">
              <a:rPr lang="en-US" altLang="en-US" sz="1200">
                <a:latin typeface="Tahoma" panose="020B0604030504040204" pitchFamily="34" charset="0"/>
              </a:rPr>
              <a:pPr/>
              <a:t>25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FC885E2-6D22-73DE-A0A5-49F617C7E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09" y="42377"/>
            <a:ext cx="8699691" cy="886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Network Architecture</a:t>
            </a:r>
          </a:p>
        </p:txBody>
      </p:sp>
      <p:sp>
        <p:nvSpPr>
          <p:cNvPr id="16705" name="Rectangle 5">
            <a:extLst>
              <a:ext uri="{FF2B5EF4-FFF2-40B4-BE49-F238E27FC236}">
                <a16:creationId xmlns:a16="http://schemas.microsoft.com/office/drawing/2014/main" id="{F9C777FA-5F15-E582-129E-7EADFCB1D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09" y="2981180"/>
            <a:ext cx="5030900" cy="3122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anose="020B0600070205080204" pitchFamily="34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itchFamily="34" charset="0"/>
              <a:ea typeface="MS PGothic" panose="020B0600070205080204" pitchFamily="34" charset="-128"/>
            </a:endParaRPr>
          </a:p>
        </p:txBody>
      </p:sp>
      <p:pic>
        <p:nvPicPr>
          <p:cNvPr id="3" name="Picture 351" descr="underline_base">
            <a:extLst>
              <a:ext uri="{FF2B5EF4-FFF2-40B4-BE49-F238E27FC236}">
                <a16:creationId xmlns:a16="http://schemas.microsoft.com/office/drawing/2014/main" id="{A220ED12-7CD0-A0AD-8D7D-FAC9354A64D0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842963"/>
            <a:ext cx="6057900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4EF1C2-5943-BBCA-677C-BF09EBB0D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62" y="2117982"/>
            <a:ext cx="8844163" cy="453494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DECEE1A-5553-C8F1-FB09-D75F4CA16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769" y="1231776"/>
            <a:ext cx="8699691" cy="886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Client-Server vs Peer to Peer</a:t>
            </a:r>
          </a:p>
        </p:txBody>
      </p:sp>
    </p:spTree>
    <p:extLst>
      <p:ext uri="{BB962C8B-B14F-4D97-AF65-F5344CB8AC3E}">
        <p14:creationId xmlns:p14="http://schemas.microsoft.com/office/powerpoint/2010/main" val="2460045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480FD2-E48D-6830-A155-40E0F4F09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226" y="3203008"/>
            <a:ext cx="5327531" cy="2797742"/>
          </a:xfrm>
          <a:prstGeom prst="rect">
            <a:avLst/>
          </a:prstGeom>
        </p:spPr>
      </p:pic>
      <p:sp>
        <p:nvSpPr>
          <p:cNvPr id="27649" name="Rectangle 2">
            <a:extLst>
              <a:ext uri="{FF2B5EF4-FFF2-40B4-BE49-F238E27FC236}">
                <a16:creationId xmlns:a16="http://schemas.microsoft.com/office/drawing/2014/main" id="{14D202E7-E5C8-B1E2-9CCD-8AA052E7363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53740" y="917258"/>
            <a:ext cx="6286500" cy="634603"/>
          </a:xfrm>
        </p:spPr>
        <p:txBody>
          <a:bodyPr/>
          <a:lstStyle/>
          <a:p>
            <a:pPr indent="-214313"/>
            <a:r>
              <a:rPr lang="en-GB" sz="1800" b="1" dirty="0">
                <a:solidFill>
                  <a:schemeClr val="accent2">
                    <a:lumMod val="75000"/>
                  </a:schemeClr>
                </a:solidFill>
              </a:rPr>
              <a:t>Types of Network Topology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F9B70BCE-678A-EA95-96AD-A073EA9588F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143001" y="1590676"/>
            <a:ext cx="6593258" cy="1302771"/>
          </a:xfrm>
        </p:spPr>
        <p:txBody>
          <a:bodyPr>
            <a:normAutofit fontScale="92500" lnSpcReduction="20000"/>
          </a:bodyPr>
          <a:lstStyle/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350" dirty="0"/>
              <a:t>Topology refers to the physical layout of different components on the network (links, nodes).</a:t>
            </a:r>
            <a:endParaRPr lang="en-GB" sz="135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GB" sz="1350" dirty="0"/>
              <a:t>The various topologies offer varying levels of </a:t>
            </a:r>
            <a:r>
              <a:rPr lang="en-GB" sz="1350" b="1" dirty="0"/>
              <a:t>performance, scalability, and fault tolerance.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GB" sz="1350" dirty="0"/>
              <a:t>There are various topology categories, some common types of network topologies:</a:t>
            </a:r>
            <a:endParaRPr lang="en-GB" sz="1200" dirty="0">
              <a:solidFill>
                <a:srgbClr val="273239"/>
              </a:solidFill>
              <a:latin typeface="+mj-lt"/>
            </a:endParaRPr>
          </a:p>
        </p:txBody>
      </p:sp>
      <p:pic>
        <p:nvPicPr>
          <p:cNvPr id="27651" name="Picture 645" descr="underline_base">
            <a:extLst>
              <a:ext uri="{FF2B5EF4-FFF2-40B4-BE49-F238E27FC236}">
                <a16:creationId xmlns:a16="http://schemas.microsoft.com/office/drawing/2014/main" id="{179FBB4A-857E-E8D1-CB2E-33E29FFA5457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567" y="1460898"/>
            <a:ext cx="4911328" cy="12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Footer Placeholder 2">
            <a:extLst>
              <a:ext uri="{FF2B5EF4-FFF2-40B4-BE49-F238E27FC236}">
                <a16:creationId xmlns:a16="http://schemas.microsoft.com/office/drawing/2014/main" id="{BF0F5780-F1C3-E6A6-8A20-73757EA07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73453" y="5707857"/>
            <a:ext cx="823913" cy="21669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>
                <a:latin typeface="Tahoma" panose="020B0604030504040204" pitchFamily="34" charset="0"/>
              </a:rPr>
              <a:t>Introduction</a:t>
            </a:r>
          </a:p>
        </p:txBody>
      </p:sp>
      <p:sp>
        <p:nvSpPr>
          <p:cNvPr id="27653" name="Slide Number Placeholder 3">
            <a:extLst>
              <a:ext uri="{FF2B5EF4-FFF2-40B4-BE49-F238E27FC236}">
                <a16:creationId xmlns:a16="http://schemas.microsoft.com/office/drawing/2014/main" id="{D24A3819-8FC4-F114-A927-B5AD7985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>
                <a:latin typeface="Tahoma" panose="020B0604030504040204" pitchFamily="34" charset="0"/>
              </a:rPr>
              <a:t>1-</a:t>
            </a:r>
            <a:fld id="{9C04FB30-6344-43DB-81FB-2803BED3FABF}" type="slidenum">
              <a:rPr lang="en-US" altLang="en-US" sz="900">
                <a:latin typeface="Tahoma" panose="020B0604030504040204" pitchFamily="34" charset="0"/>
              </a:rPr>
              <a:pPr/>
              <a:t>26</a:t>
            </a:fld>
            <a:endParaRPr lang="en-US" altLang="en-US" sz="9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496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network structure&#10;&#10;Description automatically generated">
            <a:extLst>
              <a:ext uri="{FF2B5EF4-FFF2-40B4-BE49-F238E27FC236}">
                <a16:creationId xmlns:a16="http://schemas.microsoft.com/office/drawing/2014/main" id="{B691D4CF-B7B5-EFDF-7783-4EDDC727879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3" t="32872" r="70534" b="46498"/>
          <a:stretch/>
        </p:blipFill>
        <p:spPr>
          <a:xfrm>
            <a:off x="4927148" y="2410352"/>
            <a:ext cx="3043372" cy="2037298"/>
          </a:xfrm>
          <a:prstGeom prst="rect">
            <a:avLst/>
          </a:prstGeom>
        </p:spPr>
      </p:pic>
      <p:sp>
        <p:nvSpPr>
          <p:cNvPr id="19460" name="Rectangle 3">
            <a:extLst>
              <a:ext uri="{FF2B5EF4-FFF2-40B4-BE49-F238E27FC236}">
                <a16:creationId xmlns:a16="http://schemas.microsoft.com/office/drawing/2014/main" id="{940FDA49-4997-F4B5-E21E-FAC453D01A1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365526" y="1607965"/>
            <a:ext cx="3794303" cy="4303490"/>
          </a:xfrm>
        </p:spPr>
        <p:txBody>
          <a:bodyPr/>
          <a:lstStyle/>
          <a:p>
            <a:pPr marL="42863" indent="0">
              <a:buNone/>
            </a:pPr>
            <a:endParaRPr lang="en-GB" sz="750" b="1" dirty="0"/>
          </a:p>
          <a:p>
            <a:pPr marL="42863" indent="0">
              <a:buNone/>
            </a:pPr>
            <a:r>
              <a:rPr lang="en-GB" sz="1500" b="1" dirty="0"/>
              <a:t>1. Point-to-Point Topology </a:t>
            </a:r>
          </a:p>
          <a:p>
            <a:pPr marL="214313">
              <a:buFont typeface="+mj-lt"/>
              <a:buAutoNum type="arabicPeriod"/>
            </a:pPr>
            <a:endParaRPr lang="en-GB" sz="1350" b="1" dirty="0"/>
          </a:p>
          <a:p>
            <a:pPr indent="-214313"/>
            <a:r>
              <a:rPr lang="en-GB" sz="1350" dirty="0"/>
              <a:t>Two devices that are directly connected, also known as a "dedicated link“. </a:t>
            </a:r>
          </a:p>
          <a:p>
            <a:pPr marL="42863" indent="0">
              <a:lnSpc>
                <a:spcPct val="100000"/>
              </a:lnSpc>
              <a:spcBef>
                <a:spcPts val="0"/>
              </a:spcBef>
              <a:buNone/>
            </a:pPr>
            <a:endParaRPr lang="en-GB" sz="1350" dirty="0"/>
          </a:p>
          <a:p>
            <a:pPr marL="342900" lvl="1" indent="0">
              <a:buNone/>
            </a:pPr>
            <a:r>
              <a:rPr lang="en-ZA" sz="1350" b="1" dirty="0"/>
              <a:t>Advantages of Point-to-Point Topology:</a:t>
            </a:r>
          </a:p>
          <a:p>
            <a:pPr marL="471488" lvl="1" indent="-128588"/>
            <a:r>
              <a:rPr lang="en-GB" sz="1350" dirty="0"/>
              <a:t>Simple </a:t>
            </a:r>
            <a:r>
              <a:rPr lang="en-ZA" sz="1350" dirty="0"/>
              <a:t>network architecture</a:t>
            </a:r>
            <a:r>
              <a:rPr lang="en-GB" sz="1350" dirty="0"/>
              <a:t> making it easy to set up and configure.</a:t>
            </a:r>
          </a:p>
          <a:p>
            <a:pPr marL="471488" lvl="1" indent="-128588"/>
            <a:r>
              <a:rPr lang="en-GB" sz="1350" dirty="0"/>
              <a:t>High performance and low latency (link is dedicated for 2 devices only)</a:t>
            </a:r>
          </a:p>
          <a:p>
            <a:pPr marL="471488" lvl="1" indent="-128588"/>
            <a:r>
              <a:rPr lang="en-GB" sz="1350" dirty="0"/>
              <a:t>More secure</a:t>
            </a:r>
          </a:p>
          <a:p>
            <a:pPr marL="471488" lvl="1" indent="-128588"/>
            <a:endParaRPr lang="en-ZA" sz="1350" dirty="0"/>
          </a:p>
          <a:p>
            <a:pPr marL="342900" lvl="1" indent="0">
              <a:buNone/>
            </a:pPr>
            <a:r>
              <a:rPr lang="en-ZA" sz="1350" b="1" dirty="0"/>
              <a:t>Disadvantages of Point-to-Point Topology:</a:t>
            </a:r>
          </a:p>
          <a:p>
            <a:pPr lvl="1" eaLnBrk="1" hangingPunct="1"/>
            <a:r>
              <a:rPr lang="en-ZA" sz="1350" dirty="0"/>
              <a:t>Limited Scalability – only connects two devices</a:t>
            </a:r>
          </a:p>
          <a:p>
            <a:pPr lvl="1" eaLnBrk="1" hangingPunct="1"/>
            <a:r>
              <a:rPr lang="en-ZA" sz="1350" dirty="0"/>
              <a:t>High cost – every new connection requires dedicated link</a:t>
            </a:r>
          </a:p>
          <a:p>
            <a:pPr lvl="1" eaLnBrk="1" hangingPunct="1"/>
            <a:r>
              <a:rPr lang="en-ZA" sz="1350" dirty="0"/>
              <a:t>Lack of redundancy – single point of failure</a:t>
            </a:r>
            <a:endParaRPr lang="en-GB" sz="1350" dirty="0"/>
          </a:p>
          <a:p>
            <a:pPr marL="3429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GB" sz="1050" b="1" dirty="0"/>
          </a:p>
          <a:p>
            <a:pPr marL="42863" indent="0">
              <a:buNone/>
            </a:pPr>
            <a:endParaRPr lang="en-GB" sz="1050" b="1" dirty="0"/>
          </a:p>
          <a:p>
            <a:pPr marL="42863" indent="0">
              <a:buNone/>
            </a:pPr>
            <a:endParaRPr lang="en-GB" sz="1050" b="1" dirty="0"/>
          </a:p>
          <a:p>
            <a:pPr marL="214313">
              <a:buFont typeface="+mj-lt"/>
              <a:buAutoNum type="arabicPeriod"/>
            </a:pPr>
            <a:endParaRPr lang="en-GB" sz="1050" b="1" dirty="0"/>
          </a:p>
        </p:txBody>
      </p:sp>
      <p:sp>
        <p:nvSpPr>
          <p:cNvPr id="19461" name="Slide Number Placeholder 3">
            <a:extLst>
              <a:ext uri="{FF2B5EF4-FFF2-40B4-BE49-F238E27FC236}">
                <a16:creationId xmlns:a16="http://schemas.microsoft.com/office/drawing/2014/main" id="{DD796B91-D059-D5E9-B783-7A6F3B6CB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>
                <a:latin typeface="Tahoma" panose="020B0604030504040204" pitchFamily="34" charset="0"/>
              </a:rPr>
              <a:t>1-</a:t>
            </a:r>
            <a:fld id="{27D392EC-2126-47B8-A97F-B36E491A7272}" type="slidenum">
              <a:rPr lang="en-US" altLang="en-US" sz="900">
                <a:latin typeface="Tahoma" panose="020B0604030504040204" pitchFamily="34" charset="0"/>
              </a:rPr>
              <a:pPr/>
              <a:t>27</a:t>
            </a:fld>
            <a:endParaRPr lang="en-US" altLang="en-US" sz="900">
              <a:latin typeface="Tahoma" panose="020B060403050404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03B7F56-62B5-71BE-ACAF-4EBA1BC13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525" y="929664"/>
            <a:ext cx="6286500" cy="634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indent="-214313" eaLnBrk="1" hangingPunct="1"/>
            <a:r>
              <a:rPr lang="en-ZA" sz="1800" b="1" dirty="0">
                <a:solidFill>
                  <a:schemeClr val="accent2">
                    <a:lumMod val="75000"/>
                  </a:schemeClr>
                </a:solidFill>
              </a:rPr>
              <a:t>Types of </a:t>
            </a:r>
            <a:r>
              <a:rPr lang="en-GB" sz="1800" b="1" dirty="0">
                <a:solidFill>
                  <a:schemeClr val="accent2">
                    <a:lumMod val="75000"/>
                  </a:schemeClr>
                </a:solidFill>
              </a:rPr>
              <a:t>Network Topology</a:t>
            </a:r>
          </a:p>
        </p:txBody>
      </p:sp>
      <p:pic>
        <p:nvPicPr>
          <p:cNvPr id="4" name="Picture 645" descr="underline_base">
            <a:extLst>
              <a:ext uri="{FF2B5EF4-FFF2-40B4-BE49-F238E27FC236}">
                <a16:creationId xmlns:a16="http://schemas.microsoft.com/office/drawing/2014/main" id="{E3F46CDE-461A-0279-1EB8-19E5E55DEA79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567" y="1460898"/>
            <a:ext cx="4911328" cy="12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4901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network structure">
            <a:extLst>
              <a:ext uri="{FF2B5EF4-FFF2-40B4-BE49-F238E27FC236}">
                <a16:creationId xmlns:a16="http://schemas.microsoft.com/office/drawing/2014/main" id="{B84F7C9B-8579-73E9-43A2-6268A2DD2C3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96" t="32237" r="31637" b="44337"/>
          <a:stretch/>
        </p:blipFill>
        <p:spPr>
          <a:xfrm>
            <a:off x="4927148" y="2419081"/>
            <a:ext cx="2966697" cy="2352221"/>
          </a:xfrm>
          <a:prstGeom prst="rect">
            <a:avLst/>
          </a:prstGeom>
        </p:spPr>
      </p:pic>
      <p:sp>
        <p:nvSpPr>
          <p:cNvPr id="19460" name="Rectangle 3">
            <a:extLst>
              <a:ext uri="{FF2B5EF4-FFF2-40B4-BE49-F238E27FC236}">
                <a16:creationId xmlns:a16="http://schemas.microsoft.com/office/drawing/2014/main" id="{940FDA49-4997-F4B5-E21E-FAC453D01A1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362175" y="1590675"/>
            <a:ext cx="4054508" cy="4146806"/>
          </a:xfrm>
        </p:spPr>
        <p:txBody>
          <a:bodyPr>
            <a:normAutofit/>
          </a:bodyPr>
          <a:lstStyle/>
          <a:p>
            <a:pPr marL="42863" indent="0">
              <a:buNone/>
            </a:pPr>
            <a:endParaRPr lang="en-GB" sz="1050" b="1" dirty="0"/>
          </a:p>
          <a:p>
            <a:pPr marL="42863" indent="0">
              <a:buNone/>
            </a:pPr>
            <a:r>
              <a:rPr lang="en-GB" sz="1500" b="1" dirty="0"/>
              <a:t>2. Ring Topology </a:t>
            </a:r>
          </a:p>
          <a:p>
            <a:pPr marL="42863" indent="0">
              <a:buNone/>
            </a:pPr>
            <a:endParaRPr lang="en-GB" sz="1500" b="1" dirty="0"/>
          </a:p>
          <a:p>
            <a:pPr indent="-214313"/>
            <a:r>
              <a:rPr lang="en-GB" sz="1350" dirty="0"/>
              <a:t>Each device is connected to the two devices on either side forming a ring.</a:t>
            </a:r>
          </a:p>
          <a:p>
            <a:pPr marL="42863" indent="0">
              <a:lnSpc>
                <a:spcPct val="100000"/>
              </a:lnSpc>
              <a:spcBef>
                <a:spcPts val="0"/>
              </a:spcBef>
              <a:buNone/>
            </a:pPr>
            <a:endParaRPr lang="en-GB" sz="1350" dirty="0"/>
          </a:p>
          <a:p>
            <a:pPr marL="342900" lvl="1" indent="0">
              <a:buNone/>
            </a:pPr>
            <a:r>
              <a:rPr lang="en-GB" sz="1350" b="1" dirty="0"/>
              <a:t>Advantages of Ring Topology </a:t>
            </a:r>
          </a:p>
          <a:p>
            <a:pPr lvl="1" eaLnBrk="1" hangingPunct="1"/>
            <a:r>
              <a:rPr lang="en-GB" sz="1350" dirty="0"/>
              <a:t>Easy to install. </a:t>
            </a:r>
          </a:p>
          <a:p>
            <a:pPr lvl="1" eaLnBrk="1" hangingPunct="1"/>
            <a:r>
              <a:rPr lang="en-GB" sz="1350" dirty="0"/>
              <a:t>Managing is more straightforward as to add or remove a device from the topology; only two links are required to be changed. </a:t>
            </a:r>
          </a:p>
          <a:p>
            <a:pPr lvl="1" eaLnBrk="1" hangingPunct="1"/>
            <a:endParaRPr lang="en-GB" sz="1350" dirty="0"/>
          </a:p>
          <a:p>
            <a:pPr marL="342900" lvl="1" indent="0">
              <a:buNone/>
            </a:pPr>
            <a:r>
              <a:rPr lang="en-GB" sz="1350" b="1" dirty="0"/>
              <a:t>Disadvantages of Ring Topology </a:t>
            </a:r>
          </a:p>
          <a:p>
            <a:pPr marL="471488" lvl="1" indent="-128588"/>
            <a:r>
              <a:rPr lang="en-GB" sz="1350" dirty="0"/>
              <a:t>A link or node failure can fail the entire network as the signal will not travel forward due to failure. </a:t>
            </a:r>
          </a:p>
          <a:p>
            <a:pPr marL="471488" lvl="1" indent="-128588"/>
            <a:r>
              <a:rPr lang="en-GB" sz="1350" dirty="0"/>
              <a:t>Adding or removing devices disrupts the network – the ring must usually be broken to make changes</a:t>
            </a:r>
          </a:p>
          <a:p>
            <a:pPr marL="3429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GB" sz="825" dirty="0"/>
          </a:p>
          <a:p>
            <a:pPr marL="471488" lvl="1" indent="-128588"/>
            <a:endParaRPr lang="en-GB" sz="1050" dirty="0"/>
          </a:p>
          <a:p>
            <a:pPr marL="214313">
              <a:buFont typeface="+mj-lt"/>
              <a:buAutoNum type="arabicPeriod"/>
            </a:pPr>
            <a:endParaRPr lang="en-GB" sz="1050" b="1" dirty="0"/>
          </a:p>
          <a:p>
            <a:pPr marL="214313">
              <a:buFont typeface="+mj-lt"/>
              <a:buAutoNum type="arabicPeriod"/>
            </a:pPr>
            <a:endParaRPr lang="en-GB" sz="1050" b="1" dirty="0"/>
          </a:p>
        </p:txBody>
      </p:sp>
      <p:sp>
        <p:nvSpPr>
          <p:cNvPr id="19461" name="Slide Number Placeholder 3">
            <a:extLst>
              <a:ext uri="{FF2B5EF4-FFF2-40B4-BE49-F238E27FC236}">
                <a16:creationId xmlns:a16="http://schemas.microsoft.com/office/drawing/2014/main" id="{DD796B91-D059-D5E9-B783-7A6F3B6CB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>
                <a:latin typeface="Tahoma" panose="020B0604030504040204" pitchFamily="34" charset="0"/>
              </a:rPr>
              <a:t>1-</a:t>
            </a:r>
            <a:fld id="{27D392EC-2126-47B8-A97F-B36E491A7272}" type="slidenum">
              <a:rPr lang="en-US" altLang="en-US" sz="900">
                <a:latin typeface="Tahoma" panose="020B0604030504040204" pitchFamily="34" charset="0"/>
              </a:rPr>
              <a:pPr/>
              <a:t>28</a:t>
            </a:fld>
            <a:endParaRPr lang="en-US" altLang="en-US" sz="900">
              <a:latin typeface="Tahoma" panose="020B060403050404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508B21D-F2AE-1A5C-085F-BA99F5E6DE36}"/>
              </a:ext>
            </a:extLst>
          </p:cNvPr>
          <p:cNvGrpSpPr/>
          <p:nvPr/>
        </p:nvGrpSpPr>
        <p:grpSpPr>
          <a:xfrm>
            <a:off x="1365526" y="929662"/>
            <a:ext cx="5023369" cy="661013"/>
            <a:chOff x="296700" y="96550"/>
            <a:chExt cx="6697825" cy="881350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3CAA9662-BB4B-A9FE-CFB2-6843F68591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700" y="96550"/>
              <a:ext cx="5406010" cy="846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+mj-lt"/>
                  <a:ea typeface="MS PGothic" panose="020B0600070205080204" pitchFamily="34" charset="-128"/>
                  <a:cs typeface="+mj-cs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ea typeface="MS PGothic" panose="020B0600070205080204" pitchFamily="34" charset="-128"/>
                  <a:cs typeface="Arial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ea typeface="MS PGothic" panose="020B0600070205080204" pitchFamily="34" charset="-128"/>
                  <a:cs typeface="Arial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ea typeface="MS PGothic" panose="020B0600070205080204" pitchFamily="34" charset="-128"/>
                  <a:cs typeface="Arial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ea typeface="MS PGothic" panose="020B0600070205080204" pitchFamily="34" charset="-128"/>
                  <a:cs typeface="Arial" charset="0"/>
                </a:defRPr>
              </a:lvl5pPr>
              <a:lvl6pPr marL="457200" algn="l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cs typeface="Arial" charset="0"/>
                </a:defRPr>
              </a:lvl6pPr>
              <a:lvl7pPr marL="914400" algn="l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cs typeface="Arial" charset="0"/>
                </a:defRPr>
              </a:lvl7pPr>
              <a:lvl8pPr marL="1371600" algn="l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cs typeface="Arial" charset="0"/>
                </a:defRPr>
              </a:lvl8pPr>
              <a:lvl9pPr marL="1828800" algn="l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cs typeface="Arial" charset="0"/>
                </a:defRPr>
              </a:lvl9pPr>
            </a:lstStyle>
            <a:p>
              <a:pPr indent="-214313" eaLnBrk="1" hangingPunct="1"/>
              <a:r>
                <a:rPr lang="en-ZA" sz="1800" b="1" dirty="0">
                  <a:solidFill>
                    <a:schemeClr val="accent2">
                      <a:lumMod val="75000"/>
                    </a:schemeClr>
                  </a:solidFill>
                </a:rPr>
                <a:t>Types of </a:t>
              </a:r>
              <a:r>
                <a:rPr lang="en-GB" sz="1800" b="1" dirty="0">
                  <a:solidFill>
                    <a:schemeClr val="accent2">
                      <a:lumMod val="75000"/>
                    </a:schemeClr>
                  </a:solidFill>
                </a:rPr>
                <a:t>Network Topology</a:t>
              </a:r>
            </a:p>
          </p:txBody>
        </p:sp>
        <p:pic>
          <p:nvPicPr>
            <p:cNvPr id="4" name="Picture 645" descr="underline_base">
              <a:extLst>
                <a:ext uri="{FF2B5EF4-FFF2-40B4-BE49-F238E27FC236}">
                  <a16:creationId xmlns:a16="http://schemas.microsoft.com/office/drawing/2014/main" id="{2B1B0AAD-B08E-482D-9D83-8E2F58A24C1F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088" y="804863"/>
              <a:ext cx="6548437" cy="173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728656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network structure&#10;&#10;Description automatically generated">
            <a:extLst>
              <a:ext uri="{FF2B5EF4-FFF2-40B4-BE49-F238E27FC236}">
                <a16:creationId xmlns:a16="http://schemas.microsoft.com/office/drawing/2014/main" id="{8B3F6870-B8B7-FBE5-A4A4-10F37298850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34" t="30324" r="11733" b="40385"/>
          <a:stretch/>
        </p:blipFill>
        <p:spPr>
          <a:xfrm>
            <a:off x="5012873" y="2743829"/>
            <a:ext cx="2988128" cy="2583719"/>
          </a:xfrm>
          <a:prstGeom prst="rect">
            <a:avLst/>
          </a:prstGeom>
        </p:spPr>
      </p:pic>
      <p:sp>
        <p:nvSpPr>
          <p:cNvPr id="19460" name="Rectangle 3">
            <a:extLst>
              <a:ext uri="{FF2B5EF4-FFF2-40B4-BE49-F238E27FC236}">
                <a16:creationId xmlns:a16="http://schemas.microsoft.com/office/drawing/2014/main" id="{940FDA49-4997-F4B5-E21E-FAC453D01A1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360124" y="1660232"/>
            <a:ext cx="4289563" cy="4251223"/>
          </a:xfrm>
        </p:spPr>
        <p:txBody>
          <a:bodyPr/>
          <a:lstStyle/>
          <a:p>
            <a:pPr marL="42863" indent="0">
              <a:buNone/>
            </a:pPr>
            <a:r>
              <a:rPr lang="en-GB" sz="1500" b="1" dirty="0"/>
              <a:t>3. Star Topology</a:t>
            </a:r>
          </a:p>
          <a:p>
            <a:pPr indent="-214313"/>
            <a:r>
              <a:rPr lang="en-GB" sz="1350" dirty="0"/>
              <a:t>All devices are connected to a central hub or switch.</a:t>
            </a:r>
          </a:p>
          <a:p>
            <a:pPr marL="42863" indent="0">
              <a:buNone/>
            </a:pPr>
            <a:endParaRPr lang="en-GB" sz="900" dirty="0"/>
          </a:p>
          <a:p>
            <a:pPr marL="342900" lvl="1" indent="0">
              <a:buNone/>
            </a:pPr>
            <a:r>
              <a:rPr lang="en-GB" sz="1350" b="1" dirty="0"/>
              <a:t>Advantages of star topology </a:t>
            </a:r>
          </a:p>
          <a:p>
            <a:pPr marL="471488" lvl="1" indent="-128588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lang="en-GB" sz="1350" dirty="0"/>
              <a:t>Centralized network management using the central device, hub or switch.</a:t>
            </a:r>
          </a:p>
          <a:p>
            <a:pPr marL="471488" lvl="1" indent="-128588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lang="en-GB" sz="1350" dirty="0"/>
              <a:t>Easy to add another computer to the network. </a:t>
            </a:r>
          </a:p>
          <a:p>
            <a:pPr marL="471488" lvl="1" indent="-128588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lang="en-GB" sz="1350" dirty="0"/>
              <a:t>If one end device fails, the rest of the network usually functions. No single point of failure (node failure)</a:t>
            </a:r>
          </a:p>
          <a:p>
            <a:pPr marL="471488" lvl="1" indent="-128588"/>
            <a:endParaRPr lang="en-GB" sz="788" dirty="0"/>
          </a:p>
          <a:p>
            <a:pPr marL="342900" lvl="1" indent="0">
              <a:buNone/>
            </a:pPr>
            <a:r>
              <a:rPr lang="en-GB" sz="1350" b="1" dirty="0"/>
              <a:t>Disadvantages of star topology </a:t>
            </a:r>
          </a:p>
          <a:p>
            <a:pPr marL="471488" lvl="1" indent="-128588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lang="en-GB" sz="1350" dirty="0"/>
              <a:t>May have a higher cost to implement, especially when using a switch or router as the central network device. </a:t>
            </a:r>
          </a:p>
          <a:p>
            <a:pPr marL="471488" lvl="1" indent="-128588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lang="en-GB" sz="1350" dirty="0"/>
              <a:t>If the central device fails, the entire network goes down and all devices are disconnected.  - single point of failure</a:t>
            </a:r>
            <a:endParaRPr lang="en-GB" sz="1350" b="1" dirty="0"/>
          </a:p>
          <a:p>
            <a:pPr marL="471488" lvl="1" indent="-128588"/>
            <a:endParaRPr lang="en-GB" sz="1350" dirty="0"/>
          </a:p>
          <a:p>
            <a:pPr marL="214313">
              <a:buFont typeface="+mj-lt"/>
              <a:buAutoNum type="arabicPeriod"/>
            </a:pPr>
            <a:endParaRPr lang="en-GB" sz="1350" b="1" dirty="0"/>
          </a:p>
          <a:p>
            <a:pPr marL="214313">
              <a:buFont typeface="+mj-lt"/>
              <a:buAutoNum type="arabicPeriod"/>
            </a:pPr>
            <a:endParaRPr lang="en-GB" sz="1350" b="1" dirty="0"/>
          </a:p>
        </p:txBody>
      </p:sp>
      <p:sp>
        <p:nvSpPr>
          <p:cNvPr id="19461" name="Slide Number Placeholder 3">
            <a:extLst>
              <a:ext uri="{FF2B5EF4-FFF2-40B4-BE49-F238E27FC236}">
                <a16:creationId xmlns:a16="http://schemas.microsoft.com/office/drawing/2014/main" id="{DD796B91-D059-D5E9-B783-7A6F3B6CB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>
                <a:latin typeface="Tahoma" panose="020B0604030504040204" pitchFamily="34" charset="0"/>
              </a:rPr>
              <a:t>1-</a:t>
            </a:r>
            <a:fld id="{27D392EC-2126-47B8-A97F-B36E491A7272}" type="slidenum">
              <a:rPr lang="en-US" altLang="en-US" sz="900">
                <a:latin typeface="Tahoma" panose="020B0604030504040204" pitchFamily="34" charset="0"/>
              </a:rPr>
              <a:pPr/>
              <a:t>29</a:t>
            </a:fld>
            <a:endParaRPr lang="en-US" altLang="en-US" sz="900">
              <a:latin typeface="Tahoma" panose="020B060403050404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B76B8A-15F0-D5BB-826F-6D4BFC1A4306}"/>
              </a:ext>
            </a:extLst>
          </p:cNvPr>
          <p:cNvGrpSpPr/>
          <p:nvPr/>
        </p:nvGrpSpPr>
        <p:grpSpPr>
          <a:xfrm>
            <a:off x="1365526" y="929662"/>
            <a:ext cx="5023369" cy="661013"/>
            <a:chOff x="296700" y="96550"/>
            <a:chExt cx="6697825" cy="881350"/>
          </a:xfrm>
        </p:grpSpPr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2029B33E-8AA8-9667-1098-8123B9332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700" y="96550"/>
              <a:ext cx="5406010" cy="846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+mj-lt"/>
                  <a:ea typeface="MS PGothic" panose="020B0600070205080204" pitchFamily="34" charset="-128"/>
                  <a:cs typeface="+mj-cs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ea typeface="MS PGothic" panose="020B0600070205080204" pitchFamily="34" charset="-128"/>
                  <a:cs typeface="Arial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ea typeface="MS PGothic" panose="020B0600070205080204" pitchFamily="34" charset="-128"/>
                  <a:cs typeface="Arial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ea typeface="MS PGothic" panose="020B0600070205080204" pitchFamily="34" charset="-128"/>
                  <a:cs typeface="Arial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ea typeface="MS PGothic" panose="020B0600070205080204" pitchFamily="34" charset="-128"/>
                  <a:cs typeface="Arial" charset="0"/>
                </a:defRPr>
              </a:lvl5pPr>
              <a:lvl6pPr marL="457200" algn="l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cs typeface="Arial" charset="0"/>
                </a:defRPr>
              </a:lvl6pPr>
              <a:lvl7pPr marL="914400" algn="l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cs typeface="Arial" charset="0"/>
                </a:defRPr>
              </a:lvl7pPr>
              <a:lvl8pPr marL="1371600" algn="l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cs typeface="Arial" charset="0"/>
                </a:defRPr>
              </a:lvl8pPr>
              <a:lvl9pPr marL="1828800" algn="l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cs typeface="Arial" charset="0"/>
                </a:defRPr>
              </a:lvl9pPr>
            </a:lstStyle>
            <a:p>
              <a:pPr indent="-214313" eaLnBrk="1" hangingPunct="1"/>
              <a:r>
                <a:rPr lang="en-ZA" sz="1800" b="1" dirty="0">
                  <a:solidFill>
                    <a:schemeClr val="accent2">
                      <a:lumMod val="75000"/>
                    </a:schemeClr>
                  </a:solidFill>
                </a:rPr>
                <a:t>Types of </a:t>
              </a:r>
              <a:r>
                <a:rPr lang="en-GB" sz="1800" b="1" dirty="0">
                  <a:solidFill>
                    <a:schemeClr val="accent2">
                      <a:lumMod val="75000"/>
                    </a:schemeClr>
                  </a:solidFill>
                </a:rPr>
                <a:t>Network Topology</a:t>
              </a:r>
            </a:p>
          </p:txBody>
        </p:sp>
        <p:pic>
          <p:nvPicPr>
            <p:cNvPr id="6" name="Picture 645" descr="underline_base">
              <a:extLst>
                <a:ext uri="{FF2B5EF4-FFF2-40B4-BE49-F238E27FC236}">
                  <a16:creationId xmlns:a16="http://schemas.microsoft.com/office/drawing/2014/main" id="{A0D7C174-7B88-28F2-B3E8-F998BF2AC94F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088" y="804863"/>
              <a:ext cx="6548437" cy="173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82857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network structure&#10;&#10;Description automatically generated">
            <a:extLst>
              <a:ext uri="{FF2B5EF4-FFF2-40B4-BE49-F238E27FC236}">
                <a16:creationId xmlns:a16="http://schemas.microsoft.com/office/drawing/2014/main" id="{73754E09-E31C-B8F8-9D4F-5400F5EAB6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66" t="66237" r="42668" b="6510"/>
          <a:stretch/>
        </p:blipFill>
        <p:spPr>
          <a:xfrm>
            <a:off x="4572001" y="2697616"/>
            <a:ext cx="3416033" cy="3071558"/>
          </a:xfrm>
          <a:prstGeom prst="rect">
            <a:avLst/>
          </a:prstGeom>
        </p:spPr>
      </p:pic>
      <p:sp>
        <p:nvSpPr>
          <p:cNvPr id="19460" name="Rectangle 3">
            <a:extLst>
              <a:ext uri="{FF2B5EF4-FFF2-40B4-BE49-F238E27FC236}">
                <a16:creationId xmlns:a16="http://schemas.microsoft.com/office/drawing/2014/main" id="{940FDA49-4997-F4B5-E21E-FAC453D01A1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365526" y="1525786"/>
            <a:ext cx="3953507" cy="4178499"/>
          </a:xfrm>
        </p:spPr>
        <p:txBody>
          <a:bodyPr/>
          <a:lstStyle/>
          <a:p>
            <a:pPr marL="42863" indent="0">
              <a:buNone/>
            </a:pPr>
            <a:endParaRPr lang="en-GB" sz="1350" b="1" dirty="0"/>
          </a:p>
          <a:p>
            <a:pPr marL="42863" indent="0">
              <a:buNone/>
            </a:pPr>
            <a:r>
              <a:rPr lang="en-GB" sz="1500" b="1" dirty="0"/>
              <a:t>5. Mesh Topology </a:t>
            </a:r>
          </a:p>
          <a:p>
            <a:pPr indent="-214313"/>
            <a:r>
              <a:rPr lang="en-GB" sz="1350" dirty="0"/>
              <a:t>Every device is connected to every other device in the network.</a:t>
            </a:r>
          </a:p>
          <a:p>
            <a:pPr marL="42863" indent="0">
              <a:buNone/>
            </a:pPr>
            <a:endParaRPr lang="en-GB" sz="1350" dirty="0"/>
          </a:p>
          <a:p>
            <a:pPr marL="342900" lvl="1" indent="0">
              <a:buNone/>
            </a:pPr>
            <a:r>
              <a:rPr lang="en-GB" sz="1350" b="1" dirty="0"/>
              <a:t>Advantages of star topology </a:t>
            </a:r>
          </a:p>
          <a:p>
            <a:pPr marL="471488" lvl="1" indent="-128588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lang="en-GB" sz="1350" dirty="0"/>
              <a:t>High fault tolerance; multiple paths available for data transmission. </a:t>
            </a:r>
          </a:p>
          <a:p>
            <a:pPr marL="471488" lvl="1" indent="-128588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lang="en-GB" sz="1350" dirty="0"/>
              <a:t>Scalable and can handle many nodes. </a:t>
            </a:r>
          </a:p>
          <a:p>
            <a:pPr marL="471488" lvl="1" indent="-128588"/>
            <a:endParaRPr lang="en-GB" sz="1350" dirty="0"/>
          </a:p>
          <a:p>
            <a:pPr marL="342900" lvl="1" indent="0">
              <a:buNone/>
            </a:pPr>
            <a:r>
              <a:rPr lang="en-GB" sz="1350" b="1" dirty="0"/>
              <a:t>Disadvantages of star topology </a:t>
            </a:r>
          </a:p>
          <a:p>
            <a:pPr marL="471488" lvl="1" indent="-128588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lang="en-GB" sz="1350" dirty="0"/>
              <a:t>Complex network infrastructure, </a:t>
            </a:r>
          </a:p>
          <a:p>
            <a:pPr marL="471488" lvl="1" indent="-128588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lang="en-GB" sz="1350" dirty="0"/>
              <a:t>Expensive to implement, </a:t>
            </a:r>
          </a:p>
          <a:p>
            <a:pPr marL="471488" lvl="1" indent="-128588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lang="en-GB" sz="1350" dirty="0"/>
              <a:t>Troubleshooting complexity</a:t>
            </a:r>
            <a:endParaRPr lang="en-GB" sz="1350" b="1" dirty="0"/>
          </a:p>
          <a:p>
            <a:pPr marL="42863" indent="0">
              <a:buNone/>
            </a:pPr>
            <a:endParaRPr lang="en-GB" sz="1350" b="1" dirty="0"/>
          </a:p>
          <a:p>
            <a:pPr marL="214313">
              <a:buFont typeface="+mj-lt"/>
              <a:buAutoNum type="arabicPeriod"/>
            </a:pPr>
            <a:endParaRPr lang="en-GB" sz="1350" b="1" dirty="0"/>
          </a:p>
        </p:txBody>
      </p:sp>
      <p:sp>
        <p:nvSpPr>
          <p:cNvPr id="19461" name="Slide Number Placeholder 3">
            <a:extLst>
              <a:ext uri="{FF2B5EF4-FFF2-40B4-BE49-F238E27FC236}">
                <a16:creationId xmlns:a16="http://schemas.microsoft.com/office/drawing/2014/main" id="{DD796B91-D059-D5E9-B783-7A6F3B6CB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>
                <a:latin typeface="Tahoma" panose="020B0604030504040204" pitchFamily="34" charset="0"/>
              </a:rPr>
              <a:t>1-</a:t>
            </a:r>
            <a:fld id="{27D392EC-2126-47B8-A97F-B36E491A7272}" type="slidenum">
              <a:rPr lang="en-US" altLang="en-US" sz="900">
                <a:latin typeface="Tahoma" panose="020B0604030504040204" pitchFamily="34" charset="0"/>
              </a:rPr>
              <a:pPr/>
              <a:t>30</a:t>
            </a:fld>
            <a:endParaRPr lang="en-US" altLang="en-US" sz="900">
              <a:latin typeface="Tahoma" panose="020B060403050404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14C3301-97A9-304D-0A82-94FB15BC0D29}"/>
              </a:ext>
            </a:extLst>
          </p:cNvPr>
          <p:cNvGrpSpPr/>
          <p:nvPr/>
        </p:nvGrpSpPr>
        <p:grpSpPr>
          <a:xfrm>
            <a:off x="1365526" y="929662"/>
            <a:ext cx="5023369" cy="661013"/>
            <a:chOff x="296700" y="96550"/>
            <a:chExt cx="6697825" cy="881350"/>
          </a:xfrm>
        </p:grpSpPr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C90F89A5-8638-B8A4-2D4E-35E9A366D3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700" y="96550"/>
              <a:ext cx="5406010" cy="846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+mj-lt"/>
                  <a:ea typeface="MS PGothic" panose="020B0600070205080204" pitchFamily="34" charset="-128"/>
                  <a:cs typeface="+mj-cs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ea typeface="MS PGothic" panose="020B0600070205080204" pitchFamily="34" charset="-128"/>
                  <a:cs typeface="Arial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ea typeface="MS PGothic" panose="020B0600070205080204" pitchFamily="34" charset="-128"/>
                  <a:cs typeface="Arial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ea typeface="MS PGothic" panose="020B0600070205080204" pitchFamily="34" charset="-128"/>
                  <a:cs typeface="Arial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ea typeface="MS PGothic" panose="020B0600070205080204" pitchFamily="34" charset="-128"/>
                  <a:cs typeface="Arial" charset="0"/>
                </a:defRPr>
              </a:lvl5pPr>
              <a:lvl6pPr marL="457200" algn="l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cs typeface="Arial" charset="0"/>
                </a:defRPr>
              </a:lvl6pPr>
              <a:lvl7pPr marL="914400" algn="l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cs typeface="Arial" charset="0"/>
                </a:defRPr>
              </a:lvl7pPr>
              <a:lvl8pPr marL="1371600" algn="l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cs typeface="Arial" charset="0"/>
                </a:defRPr>
              </a:lvl8pPr>
              <a:lvl9pPr marL="1828800" algn="l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cs typeface="Arial" charset="0"/>
                </a:defRPr>
              </a:lvl9pPr>
            </a:lstStyle>
            <a:p>
              <a:pPr indent="-214313" eaLnBrk="1" hangingPunct="1"/>
              <a:r>
                <a:rPr lang="en-ZA" sz="1800" b="1" dirty="0">
                  <a:solidFill>
                    <a:schemeClr val="accent2">
                      <a:lumMod val="75000"/>
                    </a:schemeClr>
                  </a:solidFill>
                </a:rPr>
                <a:t>Types of </a:t>
              </a:r>
              <a:r>
                <a:rPr lang="en-GB" sz="1800" b="1" dirty="0">
                  <a:solidFill>
                    <a:schemeClr val="accent2">
                      <a:lumMod val="75000"/>
                    </a:schemeClr>
                  </a:solidFill>
                </a:rPr>
                <a:t>Network Topology</a:t>
              </a:r>
            </a:p>
          </p:txBody>
        </p:sp>
        <p:pic>
          <p:nvPicPr>
            <p:cNvPr id="6" name="Picture 645" descr="underline_base">
              <a:extLst>
                <a:ext uri="{FF2B5EF4-FFF2-40B4-BE49-F238E27FC236}">
                  <a16:creationId xmlns:a16="http://schemas.microsoft.com/office/drawing/2014/main" id="{425AB1BD-7FB3-73BA-90DB-5398AB78C029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088" y="804863"/>
              <a:ext cx="6548437" cy="173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545716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3">
            <a:extLst>
              <a:ext uri="{FF2B5EF4-FFF2-40B4-BE49-F238E27FC236}">
                <a16:creationId xmlns:a16="http://schemas.microsoft.com/office/drawing/2014/main" id="{940FDA49-4997-F4B5-E21E-FAC453D01A1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359673" y="1525786"/>
            <a:ext cx="3753539" cy="3871317"/>
          </a:xfrm>
        </p:spPr>
        <p:txBody>
          <a:bodyPr>
            <a:normAutofit fontScale="92500" lnSpcReduction="10000"/>
          </a:bodyPr>
          <a:lstStyle/>
          <a:p>
            <a:pPr marL="42863" indent="0">
              <a:buNone/>
            </a:pPr>
            <a:endParaRPr lang="en-GB" sz="825" b="1" dirty="0"/>
          </a:p>
          <a:p>
            <a:pPr marL="42863" indent="0">
              <a:buNone/>
            </a:pPr>
            <a:r>
              <a:rPr lang="en-GB" sz="1200" b="1" dirty="0"/>
              <a:t>6. Hybrid Topology </a:t>
            </a:r>
          </a:p>
          <a:p>
            <a:pPr marL="42863" indent="0">
              <a:buNone/>
            </a:pPr>
            <a:endParaRPr lang="en-GB" sz="1200" b="1" dirty="0"/>
          </a:p>
          <a:p>
            <a:pPr indent="-214313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lang="en-US" sz="1200" dirty="0"/>
              <a:t>Network structure that combines two or more different network topologies (e.g., star, bus, ring) into one network.</a:t>
            </a:r>
          </a:p>
          <a:p>
            <a:pPr indent="-214313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lang="en-GB" sz="1200" dirty="0"/>
              <a:t>Simple topologies form one complex network.</a:t>
            </a:r>
          </a:p>
          <a:p>
            <a:pPr indent="-214313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endParaRPr lang="en-GB" sz="1200" dirty="0"/>
          </a:p>
          <a:p>
            <a:pPr marL="0" indent="0">
              <a:buNone/>
            </a:pPr>
            <a:r>
              <a:rPr lang="en-US" sz="1200" b="1" dirty="0"/>
              <a:t>Advantages of Hybrid Topology</a:t>
            </a:r>
          </a:p>
          <a:p>
            <a:r>
              <a:rPr lang="en-US" sz="1200" b="1" dirty="0"/>
              <a:t>Highly Flexible</a:t>
            </a:r>
            <a:r>
              <a:rPr lang="en-US" sz="1200" dirty="0"/>
              <a:t> – Can be designed according to organizational needs.</a:t>
            </a:r>
          </a:p>
          <a:p>
            <a:r>
              <a:rPr lang="en-US" sz="1200" b="1" dirty="0"/>
              <a:t>Scalable</a:t>
            </a:r>
            <a:r>
              <a:rPr lang="en-US" sz="1200" dirty="0"/>
              <a:t> – Easy to add new devices or segments.</a:t>
            </a:r>
          </a:p>
          <a:p>
            <a:r>
              <a:rPr lang="en-US" sz="1200" b="1" dirty="0"/>
              <a:t>Reliable</a:t>
            </a:r>
            <a:r>
              <a:rPr lang="en-US" sz="1200" dirty="0"/>
              <a:t> – Failure in one segment does not affect the entire network.</a:t>
            </a:r>
          </a:p>
          <a:p>
            <a:r>
              <a:rPr lang="en-US" sz="1200" b="1" dirty="0"/>
              <a:t>Better Performance</a:t>
            </a:r>
            <a:r>
              <a:rPr lang="en-US" sz="1200" dirty="0"/>
              <a:t> – Can combine strengths of different topologies.</a:t>
            </a:r>
          </a:p>
          <a:p>
            <a:pPr marL="0" indent="0">
              <a:buNone/>
            </a:pPr>
            <a:endParaRPr lang="en-US" sz="1200" dirty="0"/>
          </a:p>
          <a:p>
            <a:pPr marL="42863" indent="0">
              <a:buNone/>
            </a:pPr>
            <a:r>
              <a:rPr lang="en-US" sz="1200" b="1" dirty="0"/>
              <a:t>Disadvantages of Hybrid Topology</a:t>
            </a:r>
          </a:p>
          <a:p>
            <a:pPr indent="-128588"/>
            <a:r>
              <a:rPr lang="en-US" sz="1200" b="1" dirty="0"/>
              <a:t>Expensive</a:t>
            </a:r>
            <a:r>
              <a:rPr lang="en-US" sz="1200" dirty="0"/>
              <a:t> – Requires more cabling and networking devices</a:t>
            </a:r>
          </a:p>
          <a:p>
            <a:pPr indent="-128588"/>
            <a:r>
              <a:rPr lang="en-US" sz="1200" b="1" dirty="0"/>
              <a:t>Complex Design</a:t>
            </a:r>
            <a:r>
              <a:rPr lang="en-US" sz="1200" dirty="0"/>
              <a:t> – Difficult to design and manage.</a:t>
            </a:r>
          </a:p>
          <a:p>
            <a:pPr indent="-128588"/>
            <a:r>
              <a:rPr lang="en-US" sz="1200" b="1" dirty="0"/>
              <a:t>Hardware Intensive</a:t>
            </a:r>
            <a:r>
              <a:rPr lang="en-US" sz="1200" dirty="0"/>
              <a:t> – Needs hubs, switches, routers, etc.</a:t>
            </a:r>
            <a:endParaRPr lang="en-GB" sz="1200" dirty="0"/>
          </a:p>
          <a:p>
            <a:pPr marL="214313">
              <a:buFont typeface="+mj-lt"/>
              <a:buAutoNum type="arabicPeriod"/>
            </a:pPr>
            <a:endParaRPr lang="en-GB" sz="825" b="1" dirty="0"/>
          </a:p>
          <a:p>
            <a:pPr marL="214313">
              <a:buFont typeface="+mj-lt"/>
              <a:buAutoNum type="arabicPeriod"/>
            </a:pPr>
            <a:endParaRPr lang="en-GB" sz="825" b="1" dirty="0"/>
          </a:p>
        </p:txBody>
      </p:sp>
      <p:sp>
        <p:nvSpPr>
          <p:cNvPr id="19461" name="Slide Number Placeholder 3">
            <a:extLst>
              <a:ext uri="{FF2B5EF4-FFF2-40B4-BE49-F238E27FC236}">
                <a16:creationId xmlns:a16="http://schemas.microsoft.com/office/drawing/2014/main" id="{DD796B91-D059-D5E9-B783-7A6F3B6CB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>
                <a:latin typeface="Tahoma" panose="020B0604030504040204" pitchFamily="34" charset="0"/>
              </a:rPr>
              <a:t>1-</a:t>
            </a:r>
            <a:fld id="{27D392EC-2126-47B8-A97F-B36E491A7272}" type="slidenum">
              <a:rPr lang="en-US" altLang="en-US" sz="900">
                <a:latin typeface="Tahoma" panose="020B0604030504040204" pitchFamily="34" charset="0"/>
              </a:rPr>
              <a:pPr/>
              <a:t>31</a:t>
            </a:fld>
            <a:endParaRPr lang="en-US" altLang="en-US" sz="900">
              <a:latin typeface="Tahoma" panose="020B0604030504040204" pitchFamily="34" charset="0"/>
            </a:endParaRPr>
          </a:p>
        </p:txBody>
      </p:sp>
      <p:pic>
        <p:nvPicPr>
          <p:cNvPr id="7" name="Picture 6" descr="A diagram of a network structure&#10;&#10;Description automatically generated">
            <a:extLst>
              <a:ext uri="{FF2B5EF4-FFF2-40B4-BE49-F238E27FC236}">
                <a16:creationId xmlns:a16="http://schemas.microsoft.com/office/drawing/2014/main" id="{A1C61206-E1F0-4FAE-F56A-6225EDCA1E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34" t="66471" r="20000" b="7295"/>
          <a:stretch/>
        </p:blipFill>
        <p:spPr>
          <a:xfrm>
            <a:off x="5113212" y="1996055"/>
            <a:ext cx="2887789" cy="243805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8B693B3-CC4B-B367-33CA-AB5FC778D18E}"/>
              </a:ext>
            </a:extLst>
          </p:cNvPr>
          <p:cNvGrpSpPr/>
          <p:nvPr/>
        </p:nvGrpSpPr>
        <p:grpSpPr>
          <a:xfrm>
            <a:off x="1365526" y="929662"/>
            <a:ext cx="5023369" cy="661013"/>
            <a:chOff x="296700" y="96550"/>
            <a:chExt cx="6697825" cy="881350"/>
          </a:xfrm>
        </p:grpSpPr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2EB1514C-A0FE-C200-7218-92018A691A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700" y="96550"/>
              <a:ext cx="5406010" cy="846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+mj-lt"/>
                  <a:ea typeface="MS PGothic" panose="020B0600070205080204" pitchFamily="34" charset="-128"/>
                  <a:cs typeface="+mj-cs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ea typeface="MS PGothic" panose="020B0600070205080204" pitchFamily="34" charset="-128"/>
                  <a:cs typeface="Arial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ea typeface="MS PGothic" panose="020B0600070205080204" pitchFamily="34" charset="-128"/>
                  <a:cs typeface="Arial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ea typeface="MS PGothic" panose="020B0600070205080204" pitchFamily="34" charset="-128"/>
                  <a:cs typeface="Arial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ea typeface="MS PGothic" panose="020B0600070205080204" pitchFamily="34" charset="-128"/>
                  <a:cs typeface="Arial" charset="0"/>
                </a:defRPr>
              </a:lvl5pPr>
              <a:lvl6pPr marL="457200" algn="l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cs typeface="Arial" charset="0"/>
                </a:defRPr>
              </a:lvl6pPr>
              <a:lvl7pPr marL="914400" algn="l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cs typeface="Arial" charset="0"/>
                </a:defRPr>
              </a:lvl7pPr>
              <a:lvl8pPr marL="1371600" algn="l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cs typeface="Arial" charset="0"/>
                </a:defRPr>
              </a:lvl8pPr>
              <a:lvl9pPr marL="1828800" algn="l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99"/>
                  </a:solidFill>
                  <a:latin typeface="Gill Sans MT" pitchFamily="34" charset="0"/>
                  <a:cs typeface="Arial" charset="0"/>
                </a:defRPr>
              </a:lvl9pPr>
            </a:lstStyle>
            <a:p>
              <a:pPr indent="-214313" eaLnBrk="1" hangingPunct="1"/>
              <a:r>
                <a:rPr lang="en-ZA" sz="1800" b="1" dirty="0">
                  <a:solidFill>
                    <a:schemeClr val="accent2">
                      <a:lumMod val="75000"/>
                    </a:schemeClr>
                  </a:solidFill>
                </a:rPr>
                <a:t>Types of </a:t>
              </a:r>
              <a:r>
                <a:rPr lang="en-GB" sz="1800" b="1" dirty="0">
                  <a:solidFill>
                    <a:schemeClr val="accent2">
                      <a:lumMod val="75000"/>
                    </a:schemeClr>
                  </a:solidFill>
                </a:rPr>
                <a:t>Network Topology</a:t>
              </a:r>
            </a:p>
          </p:txBody>
        </p:sp>
        <p:pic>
          <p:nvPicPr>
            <p:cNvPr id="6" name="Picture 645" descr="underline_base">
              <a:extLst>
                <a:ext uri="{FF2B5EF4-FFF2-40B4-BE49-F238E27FC236}">
                  <a16:creationId xmlns:a16="http://schemas.microsoft.com/office/drawing/2014/main" id="{ADF9DF03-6C8E-56A1-9B1C-6A47DD530916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088" y="804863"/>
              <a:ext cx="6548437" cy="173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226501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Footer Placeholder 2">
            <a:extLst>
              <a:ext uri="{FF2B5EF4-FFF2-40B4-BE49-F238E27FC236}">
                <a16:creationId xmlns:a16="http://schemas.microsoft.com/office/drawing/2014/main" id="{8DCD03AF-1B5A-D124-9AE6-175BAF7B1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Introduction</a:t>
            </a:r>
          </a:p>
        </p:txBody>
      </p:sp>
      <p:pic>
        <p:nvPicPr>
          <p:cNvPr id="152578" name="Picture 9" descr="underline_base">
            <a:extLst>
              <a:ext uri="{FF2B5EF4-FFF2-40B4-BE49-F238E27FC236}">
                <a16:creationId xmlns:a16="http://schemas.microsoft.com/office/drawing/2014/main" id="{AE529194-FE77-4947-B23E-BA71CD5445DE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261" y="4018725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579" name="Rectangle 2">
            <a:extLst>
              <a:ext uri="{FF2B5EF4-FFF2-40B4-BE49-F238E27FC236}">
                <a16:creationId xmlns:a16="http://schemas.microsoft.com/office/drawing/2014/main" id="{BBC456FD-D6EF-2A6A-8187-A3B09D82444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690688" y="2830513"/>
            <a:ext cx="7772400" cy="903287"/>
          </a:xfrm>
        </p:spPr>
        <p:txBody>
          <a:bodyPr/>
          <a:lstStyle/>
          <a:p>
            <a:pPr eaLnBrk="1" hangingPunct="1"/>
            <a:r>
              <a:rPr lang="en-US" altLang="en-US" dirty="0"/>
              <a:t>---END---</a:t>
            </a:r>
          </a:p>
        </p:txBody>
      </p:sp>
      <p:sp>
        <p:nvSpPr>
          <p:cNvPr id="152582" name="Slide Number Placeholder 3">
            <a:extLst>
              <a:ext uri="{FF2B5EF4-FFF2-40B4-BE49-F238E27FC236}">
                <a16:creationId xmlns:a16="http://schemas.microsoft.com/office/drawing/2014/main" id="{9FF68444-CA8E-1DB7-84D4-AC79307F1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1-</a:t>
            </a:r>
            <a:fld id="{E700DFCA-6CC3-4658-885F-0F3142F21628}" type="slidenum">
              <a:rPr lang="en-US" altLang="en-US" sz="1200">
                <a:latin typeface="Tahoma" panose="020B0604030504040204" pitchFamily="34" charset="0"/>
              </a:rPr>
              <a:pPr/>
              <a:t>32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2_Default Design">
  <a:themeElements>
    <a:clrScheme name="1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2_Default Design">
      <a:majorFont>
        <a:latin typeface="Gill Sans MT"/>
        <a:ea typeface=""/>
        <a:cs typeface="Arial"/>
      </a:majorFont>
      <a:minorFont>
        <a:latin typeface="Gill Sans MT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1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3_Default Design">
  <a:themeElements>
    <a:clrScheme name="1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2_Default Design">
      <a:majorFont>
        <a:latin typeface="Gill Sans MT"/>
        <a:ea typeface=""/>
        <a:cs typeface="Arial"/>
      </a:majorFont>
      <a:minorFont>
        <a:latin typeface="Gill Sans MT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1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35085</TotalTime>
  <Words>2842</Words>
  <Application>Microsoft Office PowerPoint</Application>
  <PresentationFormat>On-screen Show (4:3)</PresentationFormat>
  <Paragraphs>390</Paragraphs>
  <Slides>32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ＭＳ Ｐゴシック</vt:lpstr>
      <vt:lpstr>ＭＳ Ｐゴシック</vt:lpstr>
      <vt:lpstr>Arial</vt:lpstr>
      <vt:lpstr>Comic Sans MS</vt:lpstr>
      <vt:lpstr>Gill Sans MT</vt:lpstr>
      <vt:lpstr>Söhne</vt:lpstr>
      <vt:lpstr>Symbol</vt:lpstr>
      <vt:lpstr>Tahoma</vt:lpstr>
      <vt:lpstr>Times New Roman</vt:lpstr>
      <vt:lpstr>Wingdings</vt:lpstr>
      <vt:lpstr>12_Default Design</vt:lpstr>
      <vt:lpstr>13_Default Design</vt:lpstr>
      <vt:lpstr>PowerPoint Presentation</vt:lpstr>
      <vt:lpstr>PowerPoint Presentation</vt:lpstr>
      <vt:lpstr>Basics of Computer Networks</vt:lpstr>
      <vt:lpstr>Basics of Computer Networks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Network Core devices </vt:lpstr>
      <vt:lpstr>Network Core devices - icons</vt:lpstr>
      <vt:lpstr>The internet</vt:lpstr>
      <vt:lpstr>Network Protocols</vt:lpstr>
      <vt:lpstr>What’s a protocol?</vt:lpstr>
      <vt:lpstr>PowerPoint Presentation</vt:lpstr>
      <vt:lpstr>Network Information/ Settings needed for connectivity</vt:lpstr>
      <vt:lpstr>Network Information/ Settings needed for connectivity</vt:lpstr>
      <vt:lpstr>Network Information/ Settings needed for connectivity  </vt:lpstr>
      <vt:lpstr>Network Information/ Settings needed for connectivity</vt:lpstr>
      <vt:lpstr>PowerPoint Presentation</vt:lpstr>
      <vt:lpstr>PowerPoint Presentation</vt:lpstr>
      <vt:lpstr>PowerPoint Presentation</vt:lpstr>
      <vt:lpstr>PowerPoint Presentation</vt:lpstr>
      <vt:lpstr>Types of Network Topology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---END---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4th Edition: Chapter 1</dc:title>
  <dc:creator>Jim Kurose and Keith Ross</dc:creator>
  <cp:lastModifiedBy>Hainana, Helena</cp:lastModifiedBy>
  <cp:revision>642</cp:revision>
  <dcterms:created xsi:type="dcterms:W3CDTF">1999-10-08T19:08:27Z</dcterms:created>
  <dcterms:modified xsi:type="dcterms:W3CDTF">2026-02-24T18:29:20Z</dcterms:modified>
</cp:coreProperties>
</file>