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490" autoAdjust="0"/>
  </p:normalViewPr>
  <p:slideViewPr>
    <p:cSldViewPr snapToGrid="0">
      <p:cViewPr varScale="1">
        <p:scale>
          <a:sx n="96" d="100"/>
          <a:sy n="96" d="100"/>
        </p:scale>
        <p:origin x="200"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D74D4A-E857-48ED-B2EB-8625D9B399A0}"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3CE349AA-1BF9-438C-A1E8-47B26D98F022}">
      <dgm:prSet/>
      <dgm:spPr/>
      <dgm:t>
        <a:bodyPr/>
        <a:lstStyle/>
        <a:p>
          <a:r>
            <a:rPr lang="en-US"/>
            <a:t>Introduction to AI</a:t>
          </a:r>
        </a:p>
      </dgm:t>
    </dgm:pt>
    <dgm:pt modelId="{1BE7BAEE-E754-4C0F-B2C7-4C8CFBDB601D}" type="parTrans" cxnId="{874E2F49-47D4-4239-9E40-6C579B2B9D35}">
      <dgm:prSet/>
      <dgm:spPr/>
      <dgm:t>
        <a:bodyPr/>
        <a:lstStyle/>
        <a:p>
          <a:endParaRPr lang="en-US"/>
        </a:p>
      </dgm:t>
    </dgm:pt>
    <dgm:pt modelId="{DC73B861-B49A-4EB2-BB5B-85A65379DB6B}" type="sibTrans" cxnId="{874E2F49-47D4-4239-9E40-6C579B2B9D35}">
      <dgm:prSet/>
      <dgm:spPr/>
      <dgm:t>
        <a:bodyPr/>
        <a:lstStyle/>
        <a:p>
          <a:endParaRPr lang="en-US"/>
        </a:p>
      </dgm:t>
    </dgm:pt>
    <dgm:pt modelId="{C58C12E8-3171-4BB4-9397-58B21E47F5EC}">
      <dgm:prSet/>
      <dgm:spPr/>
      <dgm:t>
        <a:bodyPr/>
        <a:lstStyle/>
        <a:p>
          <a:r>
            <a:rPr lang="en-US"/>
            <a:t>Agent Architecture</a:t>
          </a:r>
        </a:p>
      </dgm:t>
    </dgm:pt>
    <dgm:pt modelId="{E4AFE1C8-8903-4BD1-B3E9-2089F79DDCDA}" type="parTrans" cxnId="{C81D3465-E0AB-4F3F-8977-75FD8FF730A3}">
      <dgm:prSet/>
      <dgm:spPr/>
      <dgm:t>
        <a:bodyPr/>
        <a:lstStyle/>
        <a:p>
          <a:endParaRPr lang="en-US"/>
        </a:p>
      </dgm:t>
    </dgm:pt>
    <dgm:pt modelId="{994BCD6F-D6F5-4363-A518-6A3B2C95541F}" type="sibTrans" cxnId="{C81D3465-E0AB-4F3F-8977-75FD8FF730A3}">
      <dgm:prSet/>
      <dgm:spPr/>
      <dgm:t>
        <a:bodyPr/>
        <a:lstStyle/>
        <a:p>
          <a:endParaRPr lang="en-US"/>
        </a:p>
      </dgm:t>
    </dgm:pt>
    <dgm:pt modelId="{4CB7914C-4AA5-45FA-8471-269142AA0795}">
      <dgm:prSet/>
      <dgm:spPr/>
      <dgm:t>
        <a:bodyPr/>
        <a:lstStyle/>
        <a:p>
          <a:r>
            <a:rPr lang="en-US"/>
            <a:t>Introduction to Optimization</a:t>
          </a:r>
        </a:p>
      </dgm:t>
    </dgm:pt>
    <dgm:pt modelId="{58033F5D-94BF-49DD-A136-299433A4FBD5}" type="parTrans" cxnId="{51B10643-748E-4F48-8F6A-18C20049325A}">
      <dgm:prSet/>
      <dgm:spPr/>
      <dgm:t>
        <a:bodyPr/>
        <a:lstStyle/>
        <a:p>
          <a:endParaRPr lang="en-US"/>
        </a:p>
      </dgm:t>
    </dgm:pt>
    <dgm:pt modelId="{9F48A1D0-5A49-4163-BA16-9792C84FF811}" type="sibTrans" cxnId="{51B10643-748E-4F48-8F6A-18C20049325A}">
      <dgm:prSet/>
      <dgm:spPr/>
      <dgm:t>
        <a:bodyPr/>
        <a:lstStyle/>
        <a:p>
          <a:endParaRPr lang="en-US"/>
        </a:p>
      </dgm:t>
    </dgm:pt>
    <dgm:pt modelId="{E49154E8-2981-43A9-9511-7886FF19A311}">
      <dgm:prSet/>
      <dgm:spPr/>
      <dgm:t>
        <a:bodyPr/>
        <a:lstStyle/>
        <a:p>
          <a:r>
            <a:rPr lang="en-US"/>
            <a:t>AI Search Algorithms</a:t>
          </a:r>
        </a:p>
      </dgm:t>
    </dgm:pt>
    <dgm:pt modelId="{E8A26E6C-764C-4429-93C0-BF04FA9F6866}" type="parTrans" cxnId="{E87A248A-DAC5-431B-A40C-B430C85C0ED5}">
      <dgm:prSet/>
      <dgm:spPr/>
      <dgm:t>
        <a:bodyPr/>
        <a:lstStyle/>
        <a:p>
          <a:endParaRPr lang="en-US"/>
        </a:p>
      </dgm:t>
    </dgm:pt>
    <dgm:pt modelId="{E7406AAE-14DE-4505-A575-7D6DA6ADD43D}" type="sibTrans" cxnId="{E87A248A-DAC5-431B-A40C-B430C85C0ED5}">
      <dgm:prSet/>
      <dgm:spPr/>
      <dgm:t>
        <a:bodyPr/>
        <a:lstStyle/>
        <a:p>
          <a:endParaRPr lang="en-US"/>
        </a:p>
      </dgm:t>
    </dgm:pt>
    <dgm:pt modelId="{061A7295-707F-4461-8616-97B81F664C2C}" type="pres">
      <dgm:prSet presAssocID="{74D74D4A-E857-48ED-B2EB-8625D9B399A0}" presName="root" presStyleCnt="0">
        <dgm:presLayoutVars>
          <dgm:dir/>
          <dgm:resizeHandles val="exact"/>
        </dgm:presLayoutVars>
      </dgm:prSet>
      <dgm:spPr/>
    </dgm:pt>
    <dgm:pt modelId="{7C4E8A55-DD61-45C0-BDE6-885F6B032C58}" type="pres">
      <dgm:prSet presAssocID="{3CE349AA-1BF9-438C-A1E8-47B26D98F022}" presName="compNode" presStyleCnt="0"/>
      <dgm:spPr/>
    </dgm:pt>
    <dgm:pt modelId="{A83563D7-4A8C-4D8A-B174-357C02941DA0}" type="pres">
      <dgm:prSet presAssocID="{3CE349AA-1BF9-438C-A1E8-47B26D98F022}" presName="bgRect" presStyleLbl="bgShp" presStyleIdx="0" presStyleCnt="4"/>
      <dgm:spPr/>
    </dgm:pt>
    <dgm:pt modelId="{E4BDB760-3091-438A-A78E-B1AAFB9FA438}" type="pres">
      <dgm:prSet presAssocID="{3CE349AA-1BF9-438C-A1E8-47B26D98F02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A2EF28B1-8721-4708-9BF1-2D8D30CA383F}" type="pres">
      <dgm:prSet presAssocID="{3CE349AA-1BF9-438C-A1E8-47B26D98F022}" presName="spaceRect" presStyleCnt="0"/>
      <dgm:spPr/>
    </dgm:pt>
    <dgm:pt modelId="{A3ECDBA7-7942-4ED5-8A20-62731CE6EBDD}" type="pres">
      <dgm:prSet presAssocID="{3CE349AA-1BF9-438C-A1E8-47B26D98F022}" presName="parTx" presStyleLbl="revTx" presStyleIdx="0" presStyleCnt="4">
        <dgm:presLayoutVars>
          <dgm:chMax val="0"/>
          <dgm:chPref val="0"/>
        </dgm:presLayoutVars>
      </dgm:prSet>
      <dgm:spPr/>
    </dgm:pt>
    <dgm:pt modelId="{2A786290-1E47-4902-874C-DA9DB5B2814B}" type="pres">
      <dgm:prSet presAssocID="{DC73B861-B49A-4EB2-BB5B-85A65379DB6B}" presName="sibTrans" presStyleCnt="0"/>
      <dgm:spPr/>
    </dgm:pt>
    <dgm:pt modelId="{539AD51D-2F2F-4F5B-944B-7C5D11F8E8FF}" type="pres">
      <dgm:prSet presAssocID="{C58C12E8-3171-4BB4-9397-58B21E47F5EC}" presName="compNode" presStyleCnt="0"/>
      <dgm:spPr/>
    </dgm:pt>
    <dgm:pt modelId="{8A1917F6-0D30-469B-A20B-2D3F66EB41F8}" type="pres">
      <dgm:prSet presAssocID="{C58C12E8-3171-4BB4-9397-58B21E47F5EC}" presName="bgRect" presStyleLbl="bgShp" presStyleIdx="1" presStyleCnt="4"/>
      <dgm:spPr/>
    </dgm:pt>
    <dgm:pt modelId="{9FD1F1CE-9F92-444B-AF87-D8DD552D3C32}" type="pres">
      <dgm:prSet presAssocID="{C58C12E8-3171-4BB4-9397-58B21E47F5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E8A01F3E-C386-40D4-B824-3D9A916996B5}" type="pres">
      <dgm:prSet presAssocID="{C58C12E8-3171-4BB4-9397-58B21E47F5EC}" presName="spaceRect" presStyleCnt="0"/>
      <dgm:spPr/>
    </dgm:pt>
    <dgm:pt modelId="{3B0ADA9F-C5C8-4606-8F88-0B516D742EF7}" type="pres">
      <dgm:prSet presAssocID="{C58C12E8-3171-4BB4-9397-58B21E47F5EC}" presName="parTx" presStyleLbl="revTx" presStyleIdx="1" presStyleCnt="4">
        <dgm:presLayoutVars>
          <dgm:chMax val="0"/>
          <dgm:chPref val="0"/>
        </dgm:presLayoutVars>
      </dgm:prSet>
      <dgm:spPr/>
    </dgm:pt>
    <dgm:pt modelId="{EEB1BCF0-15EF-4EA9-869A-FC2E56D1521F}" type="pres">
      <dgm:prSet presAssocID="{994BCD6F-D6F5-4363-A518-6A3B2C95541F}" presName="sibTrans" presStyleCnt="0"/>
      <dgm:spPr/>
    </dgm:pt>
    <dgm:pt modelId="{558064C4-9CA0-482B-94E7-14A347164955}" type="pres">
      <dgm:prSet presAssocID="{4CB7914C-4AA5-45FA-8471-269142AA0795}" presName="compNode" presStyleCnt="0"/>
      <dgm:spPr/>
    </dgm:pt>
    <dgm:pt modelId="{4FFED984-6F4B-40F3-BD22-A575178BD955}" type="pres">
      <dgm:prSet presAssocID="{4CB7914C-4AA5-45FA-8471-269142AA0795}" presName="bgRect" presStyleLbl="bgShp" presStyleIdx="2" presStyleCnt="4"/>
      <dgm:spPr/>
    </dgm:pt>
    <dgm:pt modelId="{8732C563-2491-46FD-9F9A-DC719246491E}" type="pres">
      <dgm:prSet presAssocID="{4CB7914C-4AA5-45FA-8471-269142AA079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125235E-E1D3-457F-9702-705293AC7D9C}" type="pres">
      <dgm:prSet presAssocID="{4CB7914C-4AA5-45FA-8471-269142AA0795}" presName="spaceRect" presStyleCnt="0"/>
      <dgm:spPr/>
    </dgm:pt>
    <dgm:pt modelId="{D2C4F810-8714-4378-BC6C-6E013E84A938}" type="pres">
      <dgm:prSet presAssocID="{4CB7914C-4AA5-45FA-8471-269142AA0795}" presName="parTx" presStyleLbl="revTx" presStyleIdx="2" presStyleCnt="4">
        <dgm:presLayoutVars>
          <dgm:chMax val="0"/>
          <dgm:chPref val="0"/>
        </dgm:presLayoutVars>
      </dgm:prSet>
      <dgm:spPr/>
    </dgm:pt>
    <dgm:pt modelId="{6ACFB997-562E-426E-A127-B60D07CEB46B}" type="pres">
      <dgm:prSet presAssocID="{9F48A1D0-5A49-4163-BA16-9792C84FF811}" presName="sibTrans" presStyleCnt="0"/>
      <dgm:spPr/>
    </dgm:pt>
    <dgm:pt modelId="{6F90DAD4-D6A6-4E28-91C5-A17F31E89E2E}" type="pres">
      <dgm:prSet presAssocID="{E49154E8-2981-43A9-9511-7886FF19A311}" presName="compNode" presStyleCnt="0"/>
      <dgm:spPr/>
    </dgm:pt>
    <dgm:pt modelId="{EFDC5614-E033-449A-AB14-9C6B0FFB59EC}" type="pres">
      <dgm:prSet presAssocID="{E49154E8-2981-43A9-9511-7886FF19A311}" presName="bgRect" presStyleLbl="bgShp" presStyleIdx="3" presStyleCnt="4"/>
      <dgm:spPr/>
    </dgm:pt>
    <dgm:pt modelId="{F5B94293-F278-41D5-BDA2-A34F9ED88F4C}" type="pres">
      <dgm:prSet presAssocID="{E49154E8-2981-43A9-9511-7886FF19A31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51F722D9-A9E0-483A-99C1-F3EB355C4D4F}" type="pres">
      <dgm:prSet presAssocID="{E49154E8-2981-43A9-9511-7886FF19A311}" presName="spaceRect" presStyleCnt="0"/>
      <dgm:spPr/>
    </dgm:pt>
    <dgm:pt modelId="{9504AEC2-EF5B-493E-B658-48A2C6A15558}" type="pres">
      <dgm:prSet presAssocID="{E49154E8-2981-43A9-9511-7886FF19A311}" presName="parTx" presStyleLbl="revTx" presStyleIdx="3" presStyleCnt="4">
        <dgm:presLayoutVars>
          <dgm:chMax val="0"/>
          <dgm:chPref val="0"/>
        </dgm:presLayoutVars>
      </dgm:prSet>
      <dgm:spPr/>
    </dgm:pt>
  </dgm:ptLst>
  <dgm:cxnLst>
    <dgm:cxn modelId="{91BC8908-72CD-49BB-9B19-CB23A0BB96C4}" type="presOf" srcId="{3CE349AA-1BF9-438C-A1E8-47B26D98F022}" destId="{A3ECDBA7-7942-4ED5-8A20-62731CE6EBDD}" srcOrd="0" destOrd="0" presId="urn:microsoft.com/office/officeart/2018/2/layout/IconVerticalSolidList"/>
    <dgm:cxn modelId="{51B10643-748E-4F48-8F6A-18C20049325A}" srcId="{74D74D4A-E857-48ED-B2EB-8625D9B399A0}" destId="{4CB7914C-4AA5-45FA-8471-269142AA0795}" srcOrd="2" destOrd="0" parTransId="{58033F5D-94BF-49DD-A136-299433A4FBD5}" sibTransId="{9F48A1D0-5A49-4163-BA16-9792C84FF811}"/>
    <dgm:cxn modelId="{B8FC6745-CC46-4818-8D22-8D394ED2783E}" type="presOf" srcId="{C58C12E8-3171-4BB4-9397-58B21E47F5EC}" destId="{3B0ADA9F-C5C8-4606-8F88-0B516D742EF7}" srcOrd="0" destOrd="0" presId="urn:microsoft.com/office/officeart/2018/2/layout/IconVerticalSolidList"/>
    <dgm:cxn modelId="{874E2F49-47D4-4239-9E40-6C579B2B9D35}" srcId="{74D74D4A-E857-48ED-B2EB-8625D9B399A0}" destId="{3CE349AA-1BF9-438C-A1E8-47B26D98F022}" srcOrd="0" destOrd="0" parTransId="{1BE7BAEE-E754-4C0F-B2C7-4C8CFBDB601D}" sibTransId="{DC73B861-B49A-4EB2-BB5B-85A65379DB6B}"/>
    <dgm:cxn modelId="{C81D3465-E0AB-4F3F-8977-75FD8FF730A3}" srcId="{74D74D4A-E857-48ED-B2EB-8625D9B399A0}" destId="{C58C12E8-3171-4BB4-9397-58B21E47F5EC}" srcOrd="1" destOrd="0" parTransId="{E4AFE1C8-8903-4BD1-B3E9-2089F79DDCDA}" sibTransId="{994BCD6F-D6F5-4363-A518-6A3B2C95541F}"/>
    <dgm:cxn modelId="{CBAC2A84-2E18-4E01-8866-7FBBA299C22A}" type="presOf" srcId="{E49154E8-2981-43A9-9511-7886FF19A311}" destId="{9504AEC2-EF5B-493E-B658-48A2C6A15558}" srcOrd="0" destOrd="0" presId="urn:microsoft.com/office/officeart/2018/2/layout/IconVerticalSolidList"/>
    <dgm:cxn modelId="{E87A248A-DAC5-431B-A40C-B430C85C0ED5}" srcId="{74D74D4A-E857-48ED-B2EB-8625D9B399A0}" destId="{E49154E8-2981-43A9-9511-7886FF19A311}" srcOrd="3" destOrd="0" parTransId="{E8A26E6C-764C-4429-93C0-BF04FA9F6866}" sibTransId="{E7406AAE-14DE-4505-A575-7D6DA6ADD43D}"/>
    <dgm:cxn modelId="{378AD9A9-B188-4CCA-9F0D-1C702E7332D6}" type="presOf" srcId="{74D74D4A-E857-48ED-B2EB-8625D9B399A0}" destId="{061A7295-707F-4461-8616-97B81F664C2C}" srcOrd="0" destOrd="0" presId="urn:microsoft.com/office/officeart/2018/2/layout/IconVerticalSolidList"/>
    <dgm:cxn modelId="{04AF45FD-D0BB-471A-88BF-3D14776CD40E}" type="presOf" srcId="{4CB7914C-4AA5-45FA-8471-269142AA0795}" destId="{D2C4F810-8714-4378-BC6C-6E013E84A938}" srcOrd="0" destOrd="0" presId="urn:microsoft.com/office/officeart/2018/2/layout/IconVerticalSolidList"/>
    <dgm:cxn modelId="{81556D73-844A-4686-BEB6-BC7D2C5A822C}" type="presParOf" srcId="{061A7295-707F-4461-8616-97B81F664C2C}" destId="{7C4E8A55-DD61-45C0-BDE6-885F6B032C58}" srcOrd="0" destOrd="0" presId="urn:microsoft.com/office/officeart/2018/2/layout/IconVerticalSolidList"/>
    <dgm:cxn modelId="{EA0F40F2-C250-4013-AC0C-E0C7C1283340}" type="presParOf" srcId="{7C4E8A55-DD61-45C0-BDE6-885F6B032C58}" destId="{A83563D7-4A8C-4D8A-B174-357C02941DA0}" srcOrd="0" destOrd="0" presId="urn:microsoft.com/office/officeart/2018/2/layout/IconVerticalSolidList"/>
    <dgm:cxn modelId="{3DABC14E-47EC-4400-B818-1FF3572134F9}" type="presParOf" srcId="{7C4E8A55-DD61-45C0-BDE6-885F6B032C58}" destId="{E4BDB760-3091-438A-A78E-B1AAFB9FA438}" srcOrd="1" destOrd="0" presId="urn:microsoft.com/office/officeart/2018/2/layout/IconVerticalSolidList"/>
    <dgm:cxn modelId="{48EFA10A-D743-4C19-8586-FA6525180A6F}" type="presParOf" srcId="{7C4E8A55-DD61-45C0-BDE6-885F6B032C58}" destId="{A2EF28B1-8721-4708-9BF1-2D8D30CA383F}" srcOrd="2" destOrd="0" presId="urn:microsoft.com/office/officeart/2018/2/layout/IconVerticalSolidList"/>
    <dgm:cxn modelId="{9922335A-1A98-4C17-A970-B6C2F0BC7E46}" type="presParOf" srcId="{7C4E8A55-DD61-45C0-BDE6-885F6B032C58}" destId="{A3ECDBA7-7942-4ED5-8A20-62731CE6EBDD}" srcOrd="3" destOrd="0" presId="urn:microsoft.com/office/officeart/2018/2/layout/IconVerticalSolidList"/>
    <dgm:cxn modelId="{3A49E8E9-10D7-4669-925F-BD602667A793}" type="presParOf" srcId="{061A7295-707F-4461-8616-97B81F664C2C}" destId="{2A786290-1E47-4902-874C-DA9DB5B2814B}" srcOrd="1" destOrd="0" presId="urn:microsoft.com/office/officeart/2018/2/layout/IconVerticalSolidList"/>
    <dgm:cxn modelId="{6EEE8FC7-0D6C-4EDE-B0CD-E21FC408570C}" type="presParOf" srcId="{061A7295-707F-4461-8616-97B81F664C2C}" destId="{539AD51D-2F2F-4F5B-944B-7C5D11F8E8FF}" srcOrd="2" destOrd="0" presId="urn:microsoft.com/office/officeart/2018/2/layout/IconVerticalSolidList"/>
    <dgm:cxn modelId="{6414DA93-49A0-436C-A734-7CBA7430E6F1}" type="presParOf" srcId="{539AD51D-2F2F-4F5B-944B-7C5D11F8E8FF}" destId="{8A1917F6-0D30-469B-A20B-2D3F66EB41F8}" srcOrd="0" destOrd="0" presId="urn:microsoft.com/office/officeart/2018/2/layout/IconVerticalSolidList"/>
    <dgm:cxn modelId="{4BD0F6D7-6213-40D8-A0CD-D5BDD040C137}" type="presParOf" srcId="{539AD51D-2F2F-4F5B-944B-7C5D11F8E8FF}" destId="{9FD1F1CE-9F92-444B-AF87-D8DD552D3C32}" srcOrd="1" destOrd="0" presId="urn:microsoft.com/office/officeart/2018/2/layout/IconVerticalSolidList"/>
    <dgm:cxn modelId="{DF6FA36C-ADC7-493B-ACA6-027E4B0E1490}" type="presParOf" srcId="{539AD51D-2F2F-4F5B-944B-7C5D11F8E8FF}" destId="{E8A01F3E-C386-40D4-B824-3D9A916996B5}" srcOrd="2" destOrd="0" presId="urn:microsoft.com/office/officeart/2018/2/layout/IconVerticalSolidList"/>
    <dgm:cxn modelId="{7E3D8883-F46F-427D-A1B2-612BED672D8C}" type="presParOf" srcId="{539AD51D-2F2F-4F5B-944B-7C5D11F8E8FF}" destId="{3B0ADA9F-C5C8-4606-8F88-0B516D742EF7}" srcOrd="3" destOrd="0" presId="urn:microsoft.com/office/officeart/2018/2/layout/IconVerticalSolidList"/>
    <dgm:cxn modelId="{E6457492-86AF-4C16-9265-74E246F258E0}" type="presParOf" srcId="{061A7295-707F-4461-8616-97B81F664C2C}" destId="{EEB1BCF0-15EF-4EA9-869A-FC2E56D1521F}" srcOrd="3" destOrd="0" presId="urn:microsoft.com/office/officeart/2018/2/layout/IconVerticalSolidList"/>
    <dgm:cxn modelId="{14CB9FF7-CC7E-4E0A-9635-53DB0F0BEEAD}" type="presParOf" srcId="{061A7295-707F-4461-8616-97B81F664C2C}" destId="{558064C4-9CA0-482B-94E7-14A347164955}" srcOrd="4" destOrd="0" presId="urn:microsoft.com/office/officeart/2018/2/layout/IconVerticalSolidList"/>
    <dgm:cxn modelId="{E5363909-4038-48DF-99A7-54D9A4DD93C9}" type="presParOf" srcId="{558064C4-9CA0-482B-94E7-14A347164955}" destId="{4FFED984-6F4B-40F3-BD22-A575178BD955}" srcOrd="0" destOrd="0" presId="urn:microsoft.com/office/officeart/2018/2/layout/IconVerticalSolidList"/>
    <dgm:cxn modelId="{3BC050D5-9A68-492A-B100-07B34046582D}" type="presParOf" srcId="{558064C4-9CA0-482B-94E7-14A347164955}" destId="{8732C563-2491-46FD-9F9A-DC719246491E}" srcOrd="1" destOrd="0" presId="urn:microsoft.com/office/officeart/2018/2/layout/IconVerticalSolidList"/>
    <dgm:cxn modelId="{7F39A224-6706-41D3-AE26-79F1E6B4C01F}" type="presParOf" srcId="{558064C4-9CA0-482B-94E7-14A347164955}" destId="{4125235E-E1D3-457F-9702-705293AC7D9C}" srcOrd="2" destOrd="0" presId="urn:microsoft.com/office/officeart/2018/2/layout/IconVerticalSolidList"/>
    <dgm:cxn modelId="{919A4A9E-AD4A-4AC4-AC2F-1BBC2810F532}" type="presParOf" srcId="{558064C4-9CA0-482B-94E7-14A347164955}" destId="{D2C4F810-8714-4378-BC6C-6E013E84A938}" srcOrd="3" destOrd="0" presId="urn:microsoft.com/office/officeart/2018/2/layout/IconVerticalSolidList"/>
    <dgm:cxn modelId="{68B830FD-F0A7-41D1-8A7A-618FE37A08C5}" type="presParOf" srcId="{061A7295-707F-4461-8616-97B81F664C2C}" destId="{6ACFB997-562E-426E-A127-B60D07CEB46B}" srcOrd="5" destOrd="0" presId="urn:microsoft.com/office/officeart/2018/2/layout/IconVerticalSolidList"/>
    <dgm:cxn modelId="{80A0705D-BB5A-4F1C-A7B0-4FAABFB370C1}" type="presParOf" srcId="{061A7295-707F-4461-8616-97B81F664C2C}" destId="{6F90DAD4-D6A6-4E28-91C5-A17F31E89E2E}" srcOrd="6" destOrd="0" presId="urn:microsoft.com/office/officeart/2018/2/layout/IconVerticalSolidList"/>
    <dgm:cxn modelId="{478006F9-6737-4DC5-8770-92D4534AE201}" type="presParOf" srcId="{6F90DAD4-D6A6-4E28-91C5-A17F31E89E2E}" destId="{EFDC5614-E033-449A-AB14-9C6B0FFB59EC}" srcOrd="0" destOrd="0" presId="urn:microsoft.com/office/officeart/2018/2/layout/IconVerticalSolidList"/>
    <dgm:cxn modelId="{B0E34E44-990A-4826-A065-7C31A5866CCE}" type="presParOf" srcId="{6F90DAD4-D6A6-4E28-91C5-A17F31E89E2E}" destId="{F5B94293-F278-41D5-BDA2-A34F9ED88F4C}" srcOrd="1" destOrd="0" presId="urn:microsoft.com/office/officeart/2018/2/layout/IconVerticalSolidList"/>
    <dgm:cxn modelId="{0D07846E-2F93-49DD-9E3B-FEF76FB94227}" type="presParOf" srcId="{6F90DAD4-D6A6-4E28-91C5-A17F31E89E2E}" destId="{51F722D9-A9E0-483A-99C1-F3EB355C4D4F}" srcOrd="2" destOrd="0" presId="urn:microsoft.com/office/officeart/2018/2/layout/IconVerticalSolidList"/>
    <dgm:cxn modelId="{86229A68-4089-44A2-8A25-78F6EE8FF8C0}" type="presParOf" srcId="{6F90DAD4-D6A6-4E28-91C5-A17F31E89E2E}" destId="{9504AEC2-EF5B-493E-B658-48A2C6A155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5D50B2-0484-4A18-B211-291736C388D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E723A0B-D680-426D-B788-8E0EA2CE3D5E}">
      <dgm:prSet/>
      <dgm:spPr/>
      <dgm:t>
        <a:bodyPr/>
        <a:lstStyle/>
        <a:p>
          <a:r>
            <a:rPr lang="en-US"/>
            <a:t>What is an agent?</a:t>
          </a:r>
        </a:p>
      </dgm:t>
    </dgm:pt>
    <dgm:pt modelId="{A703482E-1562-4918-B8FB-FF19C7409F95}" type="parTrans" cxnId="{7E27137A-63A9-46BD-B30D-FCA83F55B235}">
      <dgm:prSet/>
      <dgm:spPr/>
      <dgm:t>
        <a:bodyPr/>
        <a:lstStyle/>
        <a:p>
          <a:endParaRPr lang="en-US"/>
        </a:p>
      </dgm:t>
    </dgm:pt>
    <dgm:pt modelId="{D9F24011-F0A4-49F8-BBEE-08B5E82D4287}" type="sibTrans" cxnId="{7E27137A-63A9-46BD-B30D-FCA83F55B235}">
      <dgm:prSet/>
      <dgm:spPr/>
      <dgm:t>
        <a:bodyPr/>
        <a:lstStyle/>
        <a:p>
          <a:endParaRPr lang="en-US"/>
        </a:p>
      </dgm:t>
    </dgm:pt>
    <dgm:pt modelId="{4DF9AC20-4BD6-4C43-97B8-26D4DABD3C7A}">
      <dgm:prSet/>
      <dgm:spPr/>
      <dgm:t>
        <a:bodyPr/>
        <a:lstStyle/>
        <a:p>
          <a:r>
            <a:rPr lang="en-US"/>
            <a:t>What are Autonomous agent?</a:t>
          </a:r>
        </a:p>
      </dgm:t>
    </dgm:pt>
    <dgm:pt modelId="{7383B038-BA14-49E0-BB97-E136DA56C807}" type="parTrans" cxnId="{3FE4CE36-8E2F-46D3-9E6F-7E0DFEDE3543}">
      <dgm:prSet/>
      <dgm:spPr/>
      <dgm:t>
        <a:bodyPr/>
        <a:lstStyle/>
        <a:p>
          <a:endParaRPr lang="en-US"/>
        </a:p>
      </dgm:t>
    </dgm:pt>
    <dgm:pt modelId="{A6C2F014-A8DB-4373-A87C-24F7933087BF}" type="sibTrans" cxnId="{3FE4CE36-8E2F-46D3-9E6F-7E0DFEDE3543}">
      <dgm:prSet/>
      <dgm:spPr/>
      <dgm:t>
        <a:bodyPr/>
        <a:lstStyle/>
        <a:p>
          <a:endParaRPr lang="en-US"/>
        </a:p>
      </dgm:t>
    </dgm:pt>
    <dgm:pt modelId="{D98E1EB7-B70A-4149-9A06-AD513B68FC83}">
      <dgm:prSet/>
      <dgm:spPr/>
      <dgm:t>
        <a:bodyPr/>
        <a:lstStyle/>
        <a:p>
          <a:r>
            <a:rPr lang="en-US"/>
            <a:t>Agent Architecture.</a:t>
          </a:r>
        </a:p>
      </dgm:t>
    </dgm:pt>
    <dgm:pt modelId="{30D97C55-109E-4944-8589-94999111E917}" type="parTrans" cxnId="{59128B6B-A4DC-4A65-A6B9-D865B254F2DC}">
      <dgm:prSet/>
      <dgm:spPr/>
      <dgm:t>
        <a:bodyPr/>
        <a:lstStyle/>
        <a:p>
          <a:endParaRPr lang="en-US"/>
        </a:p>
      </dgm:t>
    </dgm:pt>
    <dgm:pt modelId="{2A3EF8D5-6A54-4202-9BA9-8C4F82136AFE}" type="sibTrans" cxnId="{59128B6B-A4DC-4A65-A6B9-D865B254F2DC}">
      <dgm:prSet/>
      <dgm:spPr/>
      <dgm:t>
        <a:bodyPr/>
        <a:lstStyle/>
        <a:p>
          <a:endParaRPr lang="en-US"/>
        </a:p>
      </dgm:t>
    </dgm:pt>
    <dgm:pt modelId="{8B0B982C-8AFC-4617-A114-620F7E58AD5E}" type="pres">
      <dgm:prSet presAssocID="{9C5D50B2-0484-4A18-B211-291736C388DD}" presName="root" presStyleCnt="0">
        <dgm:presLayoutVars>
          <dgm:dir/>
          <dgm:resizeHandles val="exact"/>
        </dgm:presLayoutVars>
      </dgm:prSet>
      <dgm:spPr/>
    </dgm:pt>
    <dgm:pt modelId="{36C600CA-B0AE-4DE1-A514-31AD651EFBFC}" type="pres">
      <dgm:prSet presAssocID="{DE723A0B-D680-426D-B788-8E0EA2CE3D5E}" presName="compNode" presStyleCnt="0"/>
      <dgm:spPr/>
    </dgm:pt>
    <dgm:pt modelId="{B87AC6C7-555C-41C6-A876-F6A623595F5A}" type="pres">
      <dgm:prSet presAssocID="{DE723A0B-D680-426D-B788-8E0EA2CE3D5E}" presName="bgRect" presStyleLbl="bgShp" presStyleIdx="0" presStyleCnt="3"/>
      <dgm:spPr/>
    </dgm:pt>
    <dgm:pt modelId="{52F0991B-9AA2-4113-9341-FD7F071D96FE}" type="pres">
      <dgm:prSet presAssocID="{DE723A0B-D680-426D-B788-8E0EA2CE3D5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F4E9CE1-C931-4AE6-9833-EC25982FA235}" type="pres">
      <dgm:prSet presAssocID="{DE723A0B-D680-426D-B788-8E0EA2CE3D5E}" presName="spaceRect" presStyleCnt="0"/>
      <dgm:spPr/>
    </dgm:pt>
    <dgm:pt modelId="{37584642-ECCC-4C4F-B81A-CC0B2909142F}" type="pres">
      <dgm:prSet presAssocID="{DE723A0B-D680-426D-B788-8E0EA2CE3D5E}" presName="parTx" presStyleLbl="revTx" presStyleIdx="0" presStyleCnt="3">
        <dgm:presLayoutVars>
          <dgm:chMax val="0"/>
          <dgm:chPref val="0"/>
        </dgm:presLayoutVars>
      </dgm:prSet>
      <dgm:spPr/>
    </dgm:pt>
    <dgm:pt modelId="{F266FE04-5D5C-4D97-B392-83BE4D14200C}" type="pres">
      <dgm:prSet presAssocID="{D9F24011-F0A4-49F8-BBEE-08B5E82D4287}" presName="sibTrans" presStyleCnt="0"/>
      <dgm:spPr/>
    </dgm:pt>
    <dgm:pt modelId="{D1FD4112-E550-4E21-AD08-C23B1764BC07}" type="pres">
      <dgm:prSet presAssocID="{4DF9AC20-4BD6-4C43-97B8-26D4DABD3C7A}" presName="compNode" presStyleCnt="0"/>
      <dgm:spPr/>
    </dgm:pt>
    <dgm:pt modelId="{B42729D6-C0F1-4F4A-BE7C-41C461FFA485}" type="pres">
      <dgm:prSet presAssocID="{4DF9AC20-4BD6-4C43-97B8-26D4DABD3C7A}" presName="bgRect" presStyleLbl="bgShp" presStyleIdx="1" presStyleCnt="3"/>
      <dgm:spPr/>
    </dgm:pt>
    <dgm:pt modelId="{FC4C3616-8AD8-481C-9482-6D237580004F}" type="pres">
      <dgm:prSet presAssocID="{4DF9AC20-4BD6-4C43-97B8-26D4DABD3C7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un"/>
        </a:ext>
      </dgm:extLst>
    </dgm:pt>
    <dgm:pt modelId="{862DC7D2-15BB-4B0D-A335-E9BDC281BE21}" type="pres">
      <dgm:prSet presAssocID="{4DF9AC20-4BD6-4C43-97B8-26D4DABD3C7A}" presName="spaceRect" presStyleCnt="0"/>
      <dgm:spPr/>
    </dgm:pt>
    <dgm:pt modelId="{9BFD4747-5E5E-4A9D-89E3-4527188AC86C}" type="pres">
      <dgm:prSet presAssocID="{4DF9AC20-4BD6-4C43-97B8-26D4DABD3C7A}" presName="parTx" presStyleLbl="revTx" presStyleIdx="1" presStyleCnt="3">
        <dgm:presLayoutVars>
          <dgm:chMax val="0"/>
          <dgm:chPref val="0"/>
        </dgm:presLayoutVars>
      </dgm:prSet>
      <dgm:spPr/>
    </dgm:pt>
    <dgm:pt modelId="{65FB9F04-D7D2-41DC-9E12-E6F94839A40B}" type="pres">
      <dgm:prSet presAssocID="{A6C2F014-A8DB-4373-A87C-24F7933087BF}" presName="sibTrans" presStyleCnt="0"/>
      <dgm:spPr/>
    </dgm:pt>
    <dgm:pt modelId="{7293B8A0-DB0D-4D8C-A6A2-0083009F85DD}" type="pres">
      <dgm:prSet presAssocID="{D98E1EB7-B70A-4149-9A06-AD513B68FC83}" presName="compNode" presStyleCnt="0"/>
      <dgm:spPr/>
    </dgm:pt>
    <dgm:pt modelId="{5980A58C-006B-40DF-9E14-73F8788D1E26}" type="pres">
      <dgm:prSet presAssocID="{D98E1EB7-B70A-4149-9A06-AD513B68FC83}" presName="bgRect" presStyleLbl="bgShp" presStyleIdx="2" presStyleCnt="3"/>
      <dgm:spPr/>
    </dgm:pt>
    <dgm:pt modelId="{CB14A53B-C647-4506-A855-B3D705B04331}" type="pres">
      <dgm:prSet presAssocID="{D98E1EB7-B70A-4149-9A06-AD513B68FC8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726700FD-5410-492E-B586-5FC514FE33BF}" type="pres">
      <dgm:prSet presAssocID="{D98E1EB7-B70A-4149-9A06-AD513B68FC83}" presName="spaceRect" presStyleCnt="0"/>
      <dgm:spPr/>
    </dgm:pt>
    <dgm:pt modelId="{54B73964-0AB3-4DE4-9392-A7D19388674D}" type="pres">
      <dgm:prSet presAssocID="{D98E1EB7-B70A-4149-9A06-AD513B68FC83}" presName="parTx" presStyleLbl="revTx" presStyleIdx="2" presStyleCnt="3">
        <dgm:presLayoutVars>
          <dgm:chMax val="0"/>
          <dgm:chPref val="0"/>
        </dgm:presLayoutVars>
      </dgm:prSet>
      <dgm:spPr/>
    </dgm:pt>
  </dgm:ptLst>
  <dgm:cxnLst>
    <dgm:cxn modelId="{26F4B816-5473-48FA-B72F-CEB9578DA2AB}" type="presOf" srcId="{9C5D50B2-0484-4A18-B211-291736C388DD}" destId="{8B0B982C-8AFC-4617-A114-620F7E58AD5E}" srcOrd="0" destOrd="0" presId="urn:microsoft.com/office/officeart/2018/2/layout/IconVerticalSolidList"/>
    <dgm:cxn modelId="{3FE4CE36-8E2F-46D3-9E6F-7E0DFEDE3543}" srcId="{9C5D50B2-0484-4A18-B211-291736C388DD}" destId="{4DF9AC20-4BD6-4C43-97B8-26D4DABD3C7A}" srcOrd="1" destOrd="0" parTransId="{7383B038-BA14-49E0-BB97-E136DA56C807}" sibTransId="{A6C2F014-A8DB-4373-A87C-24F7933087BF}"/>
    <dgm:cxn modelId="{6A151D44-55A0-4489-BAEC-B0EC1E16D7CB}" type="presOf" srcId="{D98E1EB7-B70A-4149-9A06-AD513B68FC83}" destId="{54B73964-0AB3-4DE4-9392-A7D19388674D}" srcOrd="0" destOrd="0" presId="urn:microsoft.com/office/officeart/2018/2/layout/IconVerticalSolidList"/>
    <dgm:cxn modelId="{59128B6B-A4DC-4A65-A6B9-D865B254F2DC}" srcId="{9C5D50B2-0484-4A18-B211-291736C388DD}" destId="{D98E1EB7-B70A-4149-9A06-AD513B68FC83}" srcOrd="2" destOrd="0" parTransId="{30D97C55-109E-4944-8589-94999111E917}" sibTransId="{2A3EF8D5-6A54-4202-9BA9-8C4F82136AFE}"/>
    <dgm:cxn modelId="{7E27137A-63A9-46BD-B30D-FCA83F55B235}" srcId="{9C5D50B2-0484-4A18-B211-291736C388DD}" destId="{DE723A0B-D680-426D-B788-8E0EA2CE3D5E}" srcOrd="0" destOrd="0" parTransId="{A703482E-1562-4918-B8FB-FF19C7409F95}" sibTransId="{D9F24011-F0A4-49F8-BBEE-08B5E82D4287}"/>
    <dgm:cxn modelId="{26765488-AACB-40E7-BF82-46AE665DC5A2}" type="presOf" srcId="{DE723A0B-D680-426D-B788-8E0EA2CE3D5E}" destId="{37584642-ECCC-4C4F-B81A-CC0B2909142F}" srcOrd="0" destOrd="0" presId="urn:microsoft.com/office/officeart/2018/2/layout/IconVerticalSolidList"/>
    <dgm:cxn modelId="{D83E0BF5-64B7-43F9-98E2-4FDBCB51AB89}" type="presOf" srcId="{4DF9AC20-4BD6-4C43-97B8-26D4DABD3C7A}" destId="{9BFD4747-5E5E-4A9D-89E3-4527188AC86C}" srcOrd="0" destOrd="0" presId="urn:microsoft.com/office/officeart/2018/2/layout/IconVerticalSolidList"/>
    <dgm:cxn modelId="{B8BAFE17-67FF-47C2-A581-A1E47E55ECD1}" type="presParOf" srcId="{8B0B982C-8AFC-4617-A114-620F7E58AD5E}" destId="{36C600CA-B0AE-4DE1-A514-31AD651EFBFC}" srcOrd="0" destOrd="0" presId="urn:microsoft.com/office/officeart/2018/2/layout/IconVerticalSolidList"/>
    <dgm:cxn modelId="{1BD78F9A-B5AA-4FAD-B2EC-D703BDBBDE13}" type="presParOf" srcId="{36C600CA-B0AE-4DE1-A514-31AD651EFBFC}" destId="{B87AC6C7-555C-41C6-A876-F6A623595F5A}" srcOrd="0" destOrd="0" presId="urn:microsoft.com/office/officeart/2018/2/layout/IconVerticalSolidList"/>
    <dgm:cxn modelId="{2A889C57-5B5C-4BA0-98A5-B3FFC7FD33C5}" type="presParOf" srcId="{36C600CA-B0AE-4DE1-A514-31AD651EFBFC}" destId="{52F0991B-9AA2-4113-9341-FD7F071D96FE}" srcOrd="1" destOrd="0" presId="urn:microsoft.com/office/officeart/2018/2/layout/IconVerticalSolidList"/>
    <dgm:cxn modelId="{528F3E5F-F9DA-41B8-966A-7BDE215D47C0}" type="presParOf" srcId="{36C600CA-B0AE-4DE1-A514-31AD651EFBFC}" destId="{5F4E9CE1-C931-4AE6-9833-EC25982FA235}" srcOrd="2" destOrd="0" presId="urn:microsoft.com/office/officeart/2018/2/layout/IconVerticalSolidList"/>
    <dgm:cxn modelId="{7C60F007-0A3B-483B-8617-A9486BCBD9D5}" type="presParOf" srcId="{36C600CA-B0AE-4DE1-A514-31AD651EFBFC}" destId="{37584642-ECCC-4C4F-B81A-CC0B2909142F}" srcOrd="3" destOrd="0" presId="urn:microsoft.com/office/officeart/2018/2/layout/IconVerticalSolidList"/>
    <dgm:cxn modelId="{350EFB37-823C-4DE4-BABC-18B60B0D40DD}" type="presParOf" srcId="{8B0B982C-8AFC-4617-A114-620F7E58AD5E}" destId="{F266FE04-5D5C-4D97-B392-83BE4D14200C}" srcOrd="1" destOrd="0" presId="urn:microsoft.com/office/officeart/2018/2/layout/IconVerticalSolidList"/>
    <dgm:cxn modelId="{1DCAD871-9BC0-4212-B2AB-2898949DFC8F}" type="presParOf" srcId="{8B0B982C-8AFC-4617-A114-620F7E58AD5E}" destId="{D1FD4112-E550-4E21-AD08-C23B1764BC07}" srcOrd="2" destOrd="0" presId="urn:microsoft.com/office/officeart/2018/2/layout/IconVerticalSolidList"/>
    <dgm:cxn modelId="{89CEAE61-F116-499B-AFEE-CFC148383825}" type="presParOf" srcId="{D1FD4112-E550-4E21-AD08-C23B1764BC07}" destId="{B42729D6-C0F1-4F4A-BE7C-41C461FFA485}" srcOrd="0" destOrd="0" presId="urn:microsoft.com/office/officeart/2018/2/layout/IconVerticalSolidList"/>
    <dgm:cxn modelId="{4E55C81B-9BC5-4502-AE89-B691B0B9EDD9}" type="presParOf" srcId="{D1FD4112-E550-4E21-AD08-C23B1764BC07}" destId="{FC4C3616-8AD8-481C-9482-6D237580004F}" srcOrd="1" destOrd="0" presId="urn:microsoft.com/office/officeart/2018/2/layout/IconVerticalSolidList"/>
    <dgm:cxn modelId="{ADDFBBCF-AC3D-4EB8-8D05-861B7BE6BAEC}" type="presParOf" srcId="{D1FD4112-E550-4E21-AD08-C23B1764BC07}" destId="{862DC7D2-15BB-4B0D-A335-E9BDC281BE21}" srcOrd="2" destOrd="0" presId="urn:microsoft.com/office/officeart/2018/2/layout/IconVerticalSolidList"/>
    <dgm:cxn modelId="{D78CF0DE-742C-4DAE-A257-4C7B7326937E}" type="presParOf" srcId="{D1FD4112-E550-4E21-AD08-C23B1764BC07}" destId="{9BFD4747-5E5E-4A9D-89E3-4527188AC86C}" srcOrd="3" destOrd="0" presId="urn:microsoft.com/office/officeart/2018/2/layout/IconVerticalSolidList"/>
    <dgm:cxn modelId="{7B0562FA-17D5-4529-85E3-138B575ABC6F}" type="presParOf" srcId="{8B0B982C-8AFC-4617-A114-620F7E58AD5E}" destId="{65FB9F04-D7D2-41DC-9E12-E6F94839A40B}" srcOrd="3" destOrd="0" presId="urn:microsoft.com/office/officeart/2018/2/layout/IconVerticalSolidList"/>
    <dgm:cxn modelId="{717291D3-74C1-4C64-96A8-588EF13D09FE}" type="presParOf" srcId="{8B0B982C-8AFC-4617-A114-620F7E58AD5E}" destId="{7293B8A0-DB0D-4D8C-A6A2-0083009F85DD}" srcOrd="4" destOrd="0" presId="urn:microsoft.com/office/officeart/2018/2/layout/IconVerticalSolidList"/>
    <dgm:cxn modelId="{0D459375-C3E0-47F7-B77B-7E583408FA1F}" type="presParOf" srcId="{7293B8A0-DB0D-4D8C-A6A2-0083009F85DD}" destId="{5980A58C-006B-40DF-9E14-73F8788D1E26}" srcOrd="0" destOrd="0" presId="urn:microsoft.com/office/officeart/2018/2/layout/IconVerticalSolidList"/>
    <dgm:cxn modelId="{73AE289F-E6FE-49F5-850A-8DC8A129B903}" type="presParOf" srcId="{7293B8A0-DB0D-4D8C-A6A2-0083009F85DD}" destId="{CB14A53B-C647-4506-A855-B3D705B04331}" srcOrd="1" destOrd="0" presId="urn:microsoft.com/office/officeart/2018/2/layout/IconVerticalSolidList"/>
    <dgm:cxn modelId="{6F63717C-06F7-482C-936F-FF28E2D78139}" type="presParOf" srcId="{7293B8A0-DB0D-4D8C-A6A2-0083009F85DD}" destId="{726700FD-5410-492E-B586-5FC514FE33BF}" srcOrd="2" destOrd="0" presId="urn:microsoft.com/office/officeart/2018/2/layout/IconVerticalSolidList"/>
    <dgm:cxn modelId="{B727B439-A99F-4221-8604-91E2210ABF5B}" type="presParOf" srcId="{7293B8A0-DB0D-4D8C-A6A2-0083009F85DD}" destId="{54B73964-0AB3-4DE4-9392-A7D19388674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41497A-DD7C-4AB6-AA6C-3D46BDD4EF9B}"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F5295DE5-2C89-4DFF-9A5B-941A6A668E0D}">
      <dgm:prSet/>
      <dgm:spPr/>
      <dgm:t>
        <a:bodyPr/>
        <a:lstStyle/>
        <a:p>
          <a:r>
            <a:rPr lang="en-US"/>
            <a:t>“An Agent” is an entity that perceives its environment through sensors and acts upon that environment through actuators based on its observations and goals.</a:t>
          </a:r>
        </a:p>
      </dgm:t>
    </dgm:pt>
    <dgm:pt modelId="{F86B7315-70E4-48A4-9FF1-9354FC8139AA}" type="parTrans" cxnId="{33EE9B1A-24A2-49AD-B9D5-B18F8B6F266F}">
      <dgm:prSet/>
      <dgm:spPr/>
      <dgm:t>
        <a:bodyPr/>
        <a:lstStyle/>
        <a:p>
          <a:endParaRPr lang="en-US"/>
        </a:p>
      </dgm:t>
    </dgm:pt>
    <dgm:pt modelId="{70490506-E65C-499D-B4B0-CFB9E24DD291}" type="sibTrans" cxnId="{33EE9B1A-24A2-49AD-B9D5-B18F8B6F266F}">
      <dgm:prSet/>
      <dgm:spPr/>
      <dgm:t>
        <a:bodyPr/>
        <a:lstStyle/>
        <a:p>
          <a:endParaRPr lang="en-US"/>
        </a:p>
      </dgm:t>
    </dgm:pt>
    <dgm:pt modelId="{E1E8A872-66A0-4617-A793-31B99CB01660}">
      <dgm:prSet/>
      <dgm:spPr/>
      <dgm:t>
        <a:bodyPr/>
        <a:lstStyle/>
        <a:p>
          <a:r>
            <a:rPr lang="en-US"/>
            <a:t>Autonomous agents are computer systems that live within a dynamic environment, sense what's happening around them, make decisions on their own, and carry out tasks they're designed to do, all without human intervention.</a:t>
          </a:r>
        </a:p>
      </dgm:t>
    </dgm:pt>
    <dgm:pt modelId="{3E9A025C-03A0-4B91-B661-2432DDF7CB6F}" type="parTrans" cxnId="{0F2C8133-1F50-4AAB-B6F7-E3FAB028CAF7}">
      <dgm:prSet/>
      <dgm:spPr/>
      <dgm:t>
        <a:bodyPr/>
        <a:lstStyle/>
        <a:p>
          <a:endParaRPr lang="en-US"/>
        </a:p>
      </dgm:t>
    </dgm:pt>
    <dgm:pt modelId="{B336DDF9-CCDB-42F5-95BD-435F374825E6}" type="sibTrans" cxnId="{0F2C8133-1F50-4AAB-B6F7-E3FAB028CAF7}">
      <dgm:prSet/>
      <dgm:spPr/>
      <dgm:t>
        <a:bodyPr/>
        <a:lstStyle/>
        <a:p>
          <a:endParaRPr lang="en-US"/>
        </a:p>
      </dgm:t>
    </dgm:pt>
    <dgm:pt modelId="{A9E2B4F7-8B6A-43EE-9E1F-24F1B8CD7A99}" type="pres">
      <dgm:prSet presAssocID="{FA41497A-DD7C-4AB6-AA6C-3D46BDD4EF9B}" presName="root" presStyleCnt="0">
        <dgm:presLayoutVars>
          <dgm:dir/>
          <dgm:resizeHandles val="exact"/>
        </dgm:presLayoutVars>
      </dgm:prSet>
      <dgm:spPr/>
    </dgm:pt>
    <dgm:pt modelId="{73982F1A-6A99-418C-80DE-ADFF3821DE18}" type="pres">
      <dgm:prSet presAssocID="{F5295DE5-2C89-4DFF-9A5B-941A6A668E0D}" presName="compNode" presStyleCnt="0"/>
      <dgm:spPr/>
    </dgm:pt>
    <dgm:pt modelId="{00AFE35D-AADB-4C80-8593-15162D3F672C}" type="pres">
      <dgm:prSet presAssocID="{F5295DE5-2C89-4DFF-9A5B-941A6A668E0D}" presName="bgRect" presStyleLbl="bgShp" presStyleIdx="0" presStyleCnt="2"/>
      <dgm:spPr/>
    </dgm:pt>
    <dgm:pt modelId="{BAE2B380-CBE3-4928-8178-5EFECF8C79D0}" type="pres">
      <dgm:prSet presAssocID="{F5295DE5-2C89-4DFF-9A5B-941A6A668E0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FF43C2E5-3348-485E-B4F3-E92DF02BCA66}" type="pres">
      <dgm:prSet presAssocID="{F5295DE5-2C89-4DFF-9A5B-941A6A668E0D}" presName="spaceRect" presStyleCnt="0"/>
      <dgm:spPr/>
    </dgm:pt>
    <dgm:pt modelId="{54801ECF-0B4A-4C64-B353-B614DDA0146E}" type="pres">
      <dgm:prSet presAssocID="{F5295DE5-2C89-4DFF-9A5B-941A6A668E0D}" presName="parTx" presStyleLbl="revTx" presStyleIdx="0" presStyleCnt="2">
        <dgm:presLayoutVars>
          <dgm:chMax val="0"/>
          <dgm:chPref val="0"/>
        </dgm:presLayoutVars>
      </dgm:prSet>
      <dgm:spPr/>
    </dgm:pt>
    <dgm:pt modelId="{0147B160-F086-42E6-974F-47242ECAAC1B}" type="pres">
      <dgm:prSet presAssocID="{70490506-E65C-499D-B4B0-CFB9E24DD291}" presName="sibTrans" presStyleCnt="0"/>
      <dgm:spPr/>
    </dgm:pt>
    <dgm:pt modelId="{C6366562-FD73-42AA-84E6-2B92F23D75A0}" type="pres">
      <dgm:prSet presAssocID="{E1E8A872-66A0-4617-A793-31B99CB01660}" presName="compNode" presStyleCnt="0"/>
      <dgm:spPr/>
    </dgm:pt>
    <dgm:pt modelId="{BAA23A35-8A15-46E7-B1F3-490E3DA87144}" type="pres">
      <dgm:prSet presAssocID="{E1E8A872-66A0-4617-A793-31B99CB01660}" presName="bgRect" presStyleLbl="bgShp" presStyleIdx="1" presStyleCnt="2"/>
      <dgm:spPr/>
    </dgm:pt>
    <dgm:pt modelId="{4CAD081C-A97C-4E29-B7D5-A79DC1617823}" type="pres">
      <dgm:prSet presAssocID="{E1E8A872-66A0-4617-A793-31B99CB016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BAF61E64-8498-4229-B94C-422065071244}" type="pres">
      <dgm:prSet presAssocID="{E1E8A872-66A0-4617-A793-31B99CB01660}" presName="spaceRect" presStyleCnt="0"/>
      <dgm:spPr/>
    </dgm:pt>
    <dgm:pt modelId="{CE9947EC-7EB3-42A2-BF9D-034F47F9CDF5}" type="pres">
      <dgm:prSet presAssocID="{E1E8A872-66A0-4617-A793-31B99CB01660}" presName="parTx" presStyleLbl="revTx" presStyleIdx="1" presStyleCnt="2">
        <dgm:presLayoutVars>
          <dgm:chMax val="0"/>
          <dgm:chPref val="0"/>
        </dgm:presLayoutVars>
      </dgm:prSet>
      <dgm:spPr/>
    </dgm:pt>
  </dgm:ptLst>
  <dgm:cxnLst>
    <dgm:cxn modelId="{33EE9B1A-24A2-49AD-B9D5-B18F8B6F266F}" srcId="{FA41497A-DD7C-4AB6-AA6C-3D46BDD4EF9B}" destId="{F5295DE5-2C89-4DFF-9A5B-941A6A668E0D}" srcOrd="0" destOrd="0" parTransId="{F86B7315-70E4-48A4-9FF1-9354FC8139AA}" sibTransId="{70490506-E65C-499D-B4B0-CFB9E24DD291}"/>
    <dgm:cxn modelId="{8533B631-5BC0-46F5-95C9-B12CE0A90EC0}" type="presOf" srcId="{F5295DE5-2C89-4DFF-9A5B-941A6A668E0D}" destId="{54801ECF-0B4A-4C64-B353-B614DDA0146E}" srcOrd="0" destOrd="0" presId="urn:microsoft.com/office/officeart/2018/2/layout/IconVerticalSolidList"/>
    <dgm:cxn modelId="{0F2C8133-1F50-4AAB-B6F7-E3FAB028CAF7}" srcId="{FA41497A-DD7C-4AB6-AA6C-3D46BDD4EF9B}" destId="{E1E8A872-66A0-4617-A793-31B99CB01660}" srcOrd="1" destOrd="0" parTransId="{3E9A025C-03A0-4B91-B661-2432DDF7CB6F}" sibTransId="{B336DDF9-CCDB-42F5-95BD-435F374825E6}"/>
    <dgm:cxn modelId="{6419544E-C4C3-4F90-9203-85598CECCF9C}" type="presOf" srcId="{FA41497A-DD7C-4AB6-AA6C-3D46BDD4EF9B}" destId="{A9E2B4F7-8B6A-43EE-9E1F-24F1B8CD7A99}" srcOrd="0" destOrd="0" presId="urn:microsoft.com/office/officeart/2018/2/layout/IconVerticalSolidList"/>
    <dgm:cxn modelId="{4344B688-2651-42E6-8D3B-C94B07B6C15C}" type="presOf" srcId="{E1E8A872-66A0-4617-A793-31B99CB01660}" destId="{CE9947EC-7EB3-42A2-BF9D-034F47F9CDF5}" srcOrd="0" destOrd="0" presId="urn:microsoft.com/office/officeart/2018/2/layout/IconVerticalSolidList"/>
    <dgm:cxn modelId="{E2CC62E0-1E3D-4771-91AF-13D8CDECCCD8}" type="presParOf" srcId="{A9E2B4F7-8B6A-43EE-9E1F-24F1B8CD7A99}" destId="{73982F1A-6A99-418C-80DE-ADFF3821DE18}" srcOrd="0" destOrd="0" presId="urn:microsoft.com/office/officeart/2018/2/layout/IconVerticalSolidList"/>
    <dgm:cxn modelId="{60DCB2C7-43DE-475C-A6DC-C21EAB5EB644}" type="presParOf" srcId="{73982F1A-6A99-418C-80DE-ADFF3821DE18}" destId="{00AFE35D-AADB-4C80-8593-15162D3F672C}" srcOrd="0" destOrd="0" presId="urn:microsoft.com/office/officeart/2018/2/layout/IconVerticalSolidList"/>
    <dgm:cxn modelId="{46B89C80-4597-4076-9945-6119DC336990}" type="presParOf" srcId="{73982F1A-6A99-418C-80DE-ADFF3821DE18}" destId="{BAE2B380-CBE3-4928-8178-5EFECF8C79D0}" srcOrd="1" destOrd="0" presId="urn:microsoft.com/office/officeart/2018/2/layout/IconVerticalSolidList"/>
    <dgm:cxn modelId="{199EA1FC-E955-49FB-95ED-C5EE4E701618}" type="presParOf" srcId="{73982F1A-6A99-418C-80DE-ADFF3821DE18}" destId="{FF43C2E5-3348-485E-B4F3-E92DF02BCA66}" srcOrd="2" destOrd="0" presId="urn:microsoft.com/office/officeart/2018/2/layout/IconVerticalSolidList"/>
    <dgm:cxn modelId="{298D65F4-DB75-4822-93D5-F93BE257F9B3}" type="presParOf" srcId="{73982F1A-6A99-418C-80DE-ADFF3821DE18}" destId="{54801ECF-0B4A-4C64-B353-B614DDA0146E}" srcOrd="3" destOrd="0" presId="urn:microsoft.com/office/officeart/2018/2/layout/IconVerticalSolidList"/>
    <dgm:cxn modelId="{C0EF54CA-5E4A-42A9-9C21-42787D3CF1B5}" type="presParOf" srcId="{A9E2B4F7-8B6A-43EE-9E1F-24F1B8CD7A99}" destId="{0147B160-F086-42E6-974F-47242ECAAC1B}" srcOrd="1" destOrd="0" presId="urn:microsoft.com/office/officeart/2018/2/layout/IconVerticalSolidList"/>
    <dgm:cxn modelId="{DE413B66-21FA-4270-830A-26C913310088}" type="presParOf" srcId="{A9E2B4F7-8B6A-43EE-9E1F-24F1B8CD7A99}" destId="{C6366562-FD73-42AA-84E6-2B92F23D75A0}" srcOrd="2" destOrd="0" presId="urn:microsoft.com/office/officeart/2018/2/layout/IconVerticalSolidList"/>
    <dgm:cxn modelId="{50B35221-DF28-465D-B625-E82D6A2A4FD4}" type="presParOf" srcId="{C6366562-FD73-42AA-84E6-2B92F23D75A0}" destId="{BAA23A35-8A15-46E7-B1F3-490E3DA87144}" srcOrd="0" destOrd="0" presId="urn:microsoft.com/office/officeart/2018/2/layout/IconVerticalSolidList"/>
    <dgm:cxn modelId="{DB3A8E31-7F80-415C-9CDD-D589A29880BC}" type="presParOf" srcId="{C6366562-FD73-42AA-84E6-2B92F23D75A0}" destId="{4CAD081C-A97C-4E29-B7D5-A79DC1617823}" srcOrd="1" destOrd="0" presId="urn:microsoft.com/office/officeart/2018/2/layout/IconVerticalSolidList"/>
    <dgm:cxn modelId="{EFB48170-0BC3-4561-A605-BB9039E962FF}" type="presParOf" srcId="{C6366562-FD73-42AA-84E6-2B92F23D75A0}" destId="{BAF61E64-8498-4229-B94C-422065071244}" srcOrd="2" destOrd="0" presId="urn:microsoft.com/office/officeart/2018/2/layout/IconVerticalSolidList"/>
    <dgm:cxn modelId="{41DB8698-120A-4494-8B87-8DA16691621D}" type="presParOf" srcId="{C6366562-FD73-42AA-84E6-2B92F23D75A0}" destId="{CE9947EC-7EB3-42A2-BF9D-034F47F9CD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563D7-4A8C-4D8A-B174-357C02941DA0}">
      <dsp:nvSpPr>
        <dsp:cNvPr id="0" name=""/>
        <dsp:cNvSpPr/>
      </dsp:nvSpPr>
      <dsp:spPr>
        <a:xfrm>
          <a:off x="0" y="2331"/>
          <a:ext cx="5849557" cy="11818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BDB760-3091-438A-A78E-B1AAFB9FA438}">
      <dsp:nvSpPr>
        <dsp:cNvPr id="0" name=""/>
        <dsp:cNvSpPr/>
      </dsp:nvSpPr>
      <dsp:spPr>
        <a:xfrm>
          <a:off x="357512" y="268250"/>
          <a:ext cx="650023" cy="6500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ECDBA7-7942-4ED5-8A20-62731CE6EBDD}">
      <dsp:nvSpPr>
        <dsp:cNvPr id="0" name=""/>
        <dsp:cNvSpPr/>
      </dsp:nvSpPr>
      <dsp:spPr>
        <a:xfrm>
          <a:off x="1365048" y="2331"/>
          <a:ext cx="4484508" cy="118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080" tIns="125080" rIns="125080" bIns="125080" numCol="1" spcCol="1270" anchor="ctr" anchorCtr="0">
          <a:noAutofit/>
        </a:bodyPr>
        <a:lstStyle/>
        <a:p>
          <a:pPr marL="0" lvl="0" indent="0" algn="l" defTabSz="977900">
            <a:lnSpc>
              <a:spcPct val="90000"/>
            </a:lnSpc>
            <a:spcBef>
              <a:spcPct val="0"/>
            </a:spcBef>
            <a:spcAft>
              <a:spcPct val="35000"/>
            </a:spcAft>
            <a:buNone/>
          </a:pPr>
          <a:r>
            <a:rPr lang="en-US" sz="2200" kern="1200"/>
            <a:t>Introduction to AI</a:t>
          </a:r>
        </a:p>
      </dsp:txBody>
      <dsp:txXfrm>
        <a:off x="1365048" y="2331"/>
        <a:ext cx="4484508" cy="1181860"/>
      </dsp:txXfrm>
    </dsp:sp>
    <dsp:sp modelId="{8A1917F6-0D30-469B-A20B-2D3F66EB41F8}">
      <dsp:nvSpPr>
        <dsp:cNvPr id="0" name=""/>
        <dsp:cNvSpPr/>
      </dsp:nvSpPr>
      <dsp:spPr>
        <a:xfrm>
          <a:off x="0" y="1479657"/>
          <a:ext cx="5849557" cy="11818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D1F1CE-9F92-444B-AF87-D8DD552D3C32}">
      <dsp:nvSpPr>
        <dsp:cNvPr id="0" name=""/>
        <dsp:cNvSpPr/>
      </dsp:nvSpPr>
      <dsp:spPr>
        <a:xfrm>
          <a:off x="357512" y="1745576"/>
          <a:ext cx="650023" cy="6500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0ADA9F-C5C8-4606-8F88-0B516D742EF7}">
      <dsp:nvSpPr>
        <dsp:cNvPr id="0" name=""/>
        <dsp:cNvSpPr/>
      </dsp:nvSpPr>
      <dsp:spPr>
        <a:xfrm>
          <a:off x="1365048" y="1479657"/>
          <a:ext cx="4484508" cy="118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080" tIns="125080" rIns="125080" bIns="125080" numCol="1" spcCol="1270" anchor="ctr" anchorCtr="0">
          <a:noAutofit/>
        </a:bodyPr>
        <a:lstStyle/>
        <a:p>
          <a:pPr marL="0" lvl="0" indent="0" algn="l" defTabSz="977900">
            <a:lnSpc>
              <a:spcPct val="90000"/>
            </a:lnSpc>
            <a:spcBef>
              <a:spcPct val="0"/>
            </a:spcBef>
            <a:spcAft>
              <a:spcPct val="35000"/>
            </a:spcAft>
            <a:buNone/>
          </a:pPr>
          <a:r>
            <a:rPr lang="en-US" sz="2200" kern="1200"/>
            <a:t>Agent Architecture</a:t>
          </a:r>
        </a:p>
      </dsp:txBody>
      <dsp:txXfrm>
        <a:off x="1365048" y="1479657"/>
        <a:ext cx="4484508" cy="1181860"/>
      </dsp:txXfrm>
    </dsp:sp>
    <dsp:sp modelId="{4FFED984-6F4B-40F3-BD22-A575178BD955}">
      <dsp:nvSpPr>
        <dsp:cNvPr id="0" name=""/>
        <dsp:cNvSpPr/>
      </dsp:nvSpPr>
      <dsp:spPr>
        <a:xfrm>
          <a:off x="0" y="2956983"/>
          <a:ext cx="5849557" cy="11818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32C563-2491-46FD-9F9A-DC719246491E}">
      <dsp:nvSpPr>
        <dsp:cNvPr id="0" name=""/>
        <dsp:cNvSpPr/>
      </dsp:nvSpPr>
      <dsp:spPr>
        <a:xfrm>
          <a:off x="357512" y="3222901"/>
          <a:ext cx="650023" cy="6500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C4F810-8714-4378-BC6C-6E013E84A938}">
      <dsp:nvSpPr>
        <dsp:cNvPr id="0" name=""/>
        <dsp:cNvSpPr/>
      </dsp:nvSpPr>
      <dsp:spPr>
        <a:xfrm>
          <a:off x="1365048" y="2956983"/>
          <a:ext cx="4484508" cy="118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080" tIns="125080" rIns="125080" bIns="125080" numCol="1" spcCol="1270" anchor="ctr" anchorCtr="0">
          <a:noAutofit/>
        </a:bodyPr>
        <a:lstStyle/>
        <a:p>
          <a:pPr marL="0" lvl="0" indent="0" algn="l" defTabSz="977900">
            <a:lnSpc>
              <a:spcPct val="90000"/>
            </a:lnSpc>
            <a:spcBef>
              <a:spcPct val="0"/>
            </a:spcBef>
            <a:spcAft>
              <a:spcPct val="35000"/>
            </a:spcAft>
            <a:buNone/>
          </a:pPr>
          <a:r>
            <a:rPr lang="en-US" sz="2200" kern="1200"/>
            <a:t>Introduction to Optimization</a:t>
          </a:r>
        </a:p>
      </dsp:txBody>
      <dsp:txXfrm>
        <a:off x="1365048" y="2956983"/>
        <a:ext cx="4484508" cy="1181860"/>
      </dsp:txXfrm>
    </dsp:sp>
    <dsp:sp modelId="{EFDC5614-E033-449A-AB14-9C6B0FFB59EC}">
      <dsp:nvSpPr>
        <dsp:cNvPr id="0" name=""/>
        <dsp:cNvSpPr/>
      </dsp:nvSpPr>
      <dsp:spPr>
        <a:xfrm>
          <a:off x="0" y="4434308"/>
          <a:ext cx="5849557" cy="11818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94293-F278-41D5-BDA2-A34F9ED88F4C}">
      <dsp:nvSpPr>
        <dsp:cNvPr id="0" name=""/>
        <dsp:cNvSpPr/>
      </dsp:nvSpPr>
      <dsp:spPr>
        <a:xfrm>
          <a:off x="357512" y="4700227"/>
          <a:ext cx="650023" cy="6500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04AEC2-EF5B-493E-B658-48A2C6A15558}">
      <dsp:nvSpPr>
        <dsp:cNvPr id="0" name=""/>
        <dsp:cNvSpPr/>
      </dsp:nvSpPr>
      <dsp:spPr>
        <a:xfrm>
          <a:off x="1365048" y="4434308"/>
          <a:ext cx="4484508" cy="1181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080" tIns="125080" rIns="125080" bIns="125080" numCol="1" spcCol="1270" anchor="ctr" anchorCtr="0">
          <a:noAutofit/>
        </a:bodyPr>
        <a:lstStyle/>
        <a:p>
          <a:pPr marL="0" lvl="0" indent="0" algn="l" defTabSz="977900">
            <a:lnSpc>
              <a:spcPct val="90000"/>
            </a:lnSpc>
            <a:spcBef>
              <a:spcPct val="0"/>
            </a:spcBef>
            <a:spcAft>
              <a:spcPct val="35000"/>
            </a:spcAft>
            <a:buNone/>
          </a:pPr>
          <a:r>
            <a:rPr lang="en-US" sz="2200" kern="1200"/>
            <a:t>AI Search Algorithms</a:t>
          </a:r>
        </a:p>
      </dsp:txBody>
      <dsp:txXfrm>
        <a:off x="1365048" y="4434308"/>
        <a:ext cx="4484508" cy="1181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AC6C7-555C-41C6-A876-F6A623595F5A}">
      <dsp:nvSpPr>
        <dsp:cNvPr id="0" name=""/>
        <dsp:cNvSpPr/>
      </dsp:nvSpPr>
      <dsp:spPr>
        <a:xfrm>
          <a:off x="0" y="685"/>
          <a:ext cx="5849557" cy="16048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F0991B-9AA2-4113-9341-FD7F071D96FE}">
      <dsp:nvSpPr>
        <dsp:cNvPr id="0" name=""/>
        <dsp:cNvSpPr/>
      </dsp:nvSpPr>
      <dsp:spPr>
        <a:xfrm>
          <a:off x="485480" y="361787"/>
          <a:ext cx="882691" cy="8826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584642-ECCC-4C4F-B81A-CC0B2909142F}">
      <dsp:nvSpPr>
        <dsp:cNvPr id="0" name=""/>
        <dsp:cNvSpPr/>
      </dsp:nvSpPr>
      <dsp:spPr>
        <a:xfrm>
          <a:off x="1853652" y="685"/>
          <a:ext cx="3995904" cy="1604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51" tIns="169851" rIns="169851" bIns="169851" numCol="1" spcCol="1270" anchor="ctr" anchorCtr="0">
          <a:noAutofit/>
        </a:bodyPr>
        <a:lstStyle/>
        <a:p>
          <a:pPr marL="0" lvl="0" indent="0" algn="l" defTabSz="1111250">
            <a:lnSpc>
              <a:spcPct val="90000"/>
            </a:lnSpc>
            <a:spcBef>
              <a:spcPct val="0"/>
            </a:spcBef>
            <a:spcAft>
              <a:spcPct val="35000"/>
            </a:spcAft>
            <a:buNone/>
          </a:pPr>
          <a:r>
            <a:rPr lang="en-US" sz="2500" kern="1200"/>
            <a:t>What is an agent?</a:t>
          </a:r>
        </a:p>
      </dsp:txBody>
      <dsp:txXfrm>
        <a:off x="1853652" y="685"/>
        <a:ext cx="3995904" cy="1604894"/>
      </dsp:txXfrm>
    </dsp:sp>
    <dsp:sp modelId="{B42729D6-C0F1-4F4A-BE7C-41C461FFA485}">
      <dsp:nvSpPr>
        <dsp:cNvPr id="0" name=""/>
        <dsp:cNvSpPr/>
      </dsp:nvSpPr>
      <dsp:spPr>
        <a:xfrm>
          <a:off x="0" y="2006803"/>
          <a:ext cx="5849557" cy="16048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4C3616-8AD8-481C-9482-6D237580004F}">
      <dsp:nvSpPr>
        <dsp:cNvPr id="0" name=""/>
        <dsp:cNvSpPr/>
      </dsp:nvSpPr>
      <dsp:spPr>
        <a:xfrm>
          <a:off x="485480" y="2367904"/>
          <a:ext cx="882691" cy="8826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FD4747-5E5E-4A9D-89E3-4527188AC86C}">
      <dsp:nvSpPr>
        <dsp:cNvPr id="0" name=""/>
        <dsp:cNvSpPr/>
      </dsp:nvSpPr>
      <dsp:spPr>
        <a:xfrm>
          <a:off x="1853652" y="2006803"/>
          <a:ext cx="3995904" cy="1604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51" tIns="169851" rIns="169851" bIns="169851" numCol="1" spcCol="1270" anchor="ctr" anchorCtr="0">
          <a:noAutofit/>
        </a:bodyPr>
        <a:lstStyle/>
        <a:p>
          <a:pPr marL="0" lvl="0" indent="0" algn="l" defTabSz="1111250">
            <a:lnSpc>
              <a:spcPct val="90000"/>
            </a:lnSpc>
            <a:spcBef>
              <a:spcPct val="0"/>
            </a:spcBef>
            <a:spcAft>
              <a:spcPct val="35000"/>
            </a:spcAft>
            <a:buNone/>
          </a:pPr>
          <a:r>
            <a:rPr lang="en-US" sz="2500" kern="1200"/>
            <a:t>What are Autonomous agent?</a:t>
          </a:r>
        </a:p>
      </dsp:txBody>
      <dsp:txXfrm>
        <a:off x="1853652" y="2006803"/>
        <a:ext cx="3995904" cy="1604894"/>
      </dsp:txXfrm>
    </dsp:sp>
    <dsp:sp modelId="{5980A58C-006B-40DF-9E14-73F8788D1E26}">
      <dsp:nvSpPr>
        <dsp:cNvPr id="0" name=""/>
        <dsp:cNvSpPr/>
      </dsp:nvSpPr>
      <dsp:spPr>
        <a:xfrm>
          <a:off x="0" y="4012921"/>
          <a:ext cx="5849557" cy="16048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14A53B-C647-4506-A855-B3D705B04331}">
      <dsp:nvSpPr>
        <dsp:cNvPr id="0" name=""/>
        <dsp:cNvSpPr/>
      </dsp:nvSpPr>
      <dsp:spPr>
        <a:xfrm>
          <a:off x="485480" y="4374022"/>
          <a:ext cx="882691" cy="8826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B73964-0AB3-4DE4-9392-A7D19388674D}">
      <dsp:nvSpPr>
        <dsp:cNvPr id="0" name=""/>
        <dsp:cNvSpPr/>
      </dsp:nvSpPr>
      <dsp:spPr>
        <a:xfrm>
          <a:off x="1853652" y="4012921"/>
          <a:ext cx="3995904" cy="1604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851" tIns="169851" rIns="169851" bIns="169851" numCol="1" spcCol="1270" anchor="ctr" anchorCtr="0">
          <a:noAutofit/>
        </a:bodyPr>
        <a:lstStyle/>
        <a:p>
          <a:pPr marL="0" lvl="0" indent="0" algn="l" defTabSz="1111250">
            <a:lnSpc>
              <a:spcPct val="90000"/>
            </a:lnSpc>
            <a:spcBef>
              <a:spcPct val="0"/>
            </a:spcBef>
            <a:spcAft>
              <a:spcPct val="35000"/>
            </a:spcAft>
            <a:buNone/>
          </a:pPr>
          <a:r>
            <a:rPr lang="en-US" sz="2500" kern="1200"/>
            <a:t>Agent Architecture.</a:t>
          </a:r>
        </a:p>
      </dsp:txBody>
      <dsp:txXfrm>
        <a:off x="1853652" y="4012921"/>
        <a:ext cx="3995904" cy="16048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FE35D-AADB-4C80-8593-15162D3F672C}">
      <dsp:nvSpPr>
        <dsp:cNvPr id="0" name=""/>
        <dsp:cNvSpPr/>
      </dsp:nvSpPr>
      <dsp:spPr>
        <a:xfrm>
          <a:off x="0" y="913006"/>
          <a:ext cx="5849557" cy="168555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2B380-CBE3-4928-8178-5EFECF8C79D0}">
      <dsp:nvSpPr>
        <dsp:cNvPr id="0" name=""/>
        <dsp:cNvSpPr/>
      </dsp:nvSpPr>
      <dsp:spPr>
        <a:xfrm>
          <a:off x="509878" y="1292255"/>
          <a:ext cx="927052" cy="9270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801ECF-0B4A-4C64-B353-B614DDA0146E}">
      <dsp:nvSpPr>
        <dsp:cNvPr id="0" name=""/>
        <dsp:cNvSpPr/>
      </dsp:nvSpPr>
      <dsp:spPr>
        <a:xfrm>
          <a:off x="1946810" y="913006"/>
          <a:ext cx="3902746" cy="168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387" tIns="178387" rIns="178387" bIns="178387" numCol="1" spcCol="1270" anchor="ctr" anchorCtr="0">
          <a:noAutofit/>
        </a:bodyPr>
        <a:lstStyle/>
        <a:p>
          <a:pPr marL="0" lvl="0" indent="0" algn="l" defTabSz="666750">
            <a:lnSpc>
              <a:spcPct val="90000"/>
            </a:lnSpc>
            <a:spcBef>
              <a:spcPct val="0"/>
            </a:spcBef>
            <a:spcAft>
              <a:spcPct val="35000"/>
            </a:spcAft>
            <a:buNone/>
          </a:pPr>
          <a:r>
            <a:rPr lang="en-US" sz="1500" kern="1200"/>
            <a:t>“An Agent” is an entity that perceives its environment through sensors and acts upon that environment through actuators based on its observations and goals.</a:t>
          </a:r>
        </a:p>
      </dsp:txBody>
      <dsp:txXfrm>
        <a:off x="1946810" y="913006"/>
        <a:ext cx="3902746" cy="1685550"/>
      </dsp:txXfrm>
    </dsp:sp>
    <dsp:sp modelId="{BAA23A35-8A15-46E7-B1F3-490E3DA87144}">
      <dsp:nvSpPr>
        <dsp:cNvPr id="0" name=""/>
        <dsp:cNvSpPr/>
      </dsp:nvSpPr>
      <dsp:spPr>
        <a:xfrm>
          <a:off x="0" y="3019944"/>
          <a:ext cx="5849557" cy="168555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AD081C-A97C-4E29-B7D5-A79DC1617823}">
      <dsp:nvSpPr>
        <dsp:cNvPr id="0" name=""/>
        <dsp:cNvSpPr/>
      </dsp:nvSpPr>
      <dsp:spPr>
        <a:xfrm>
          <a:off x="509878" y="3399193"/>
          <a:ext cx="927052" cy="9270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9947EC-7EB3-42A2-BF9D-034F47F9CDF5}">
      <dsp:nvSpPr>
        <dsp:cNvPr id="0" name=""/>
        <dsp:cNvSpPr/>
      </dsp:nvSpPr>
      <dsp:spPr>
        <a:xfrm>
          <a:off x="1946810" y="3019944"/>
          <a:ext cx="3902746" cy="168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387" tIns="178387" rIns="178387" bIns="178387" numCol="1" spcCol="1270" anchor="ctr" anchorCtr="0">
          <a:noAutofit/>
        </a:bodyPr>
        <a:lstStyle/>
        <a:p>
          <a:pPr marL="0" lvl="0" indent="0" algn="l" defTabSz="666750">
            <a:lnSpc>
              <a:spcPct val="90000"/>
            </a:lnSpc>
            <a:spcBef>
              <a:spcPct val="0"/>
            </a:spcBef>
            <a:spcAft>
              <a:spcPct val="35000"/>
            </a:spcAft>
            <a:buNone/>
          </a:pPr>
          <a:r>
            <a:rPr lang="en-US" sz="1500" kern="1200"/>
            <a:t>Autonomous agents are computer systems that live within a dynamic environment, sense what's happening around them, make decisions on their own, and carry out tasks they're designed to do, all without human intervention.</a:t>
          </a:r>
        </a:p>
      </dsp:txBody>
      <dsp:txXfrm>
        <a:off x="1946810" y="3019944"/>
        <a:ext cx="3902746" cy="168555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DC7DEC-8257-449D-ACA5-2C49175089EF}" type="datetimeFigureOut">
              <a:rPr lang="en-US" smtClean="0"/>
              <a:t>3/3/25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4403E-3E46-4469-BEC1-3A2F9E093A02}" type="slidenum">
              <a:rPr lang="en-US" smtClean="0"/>
              <a:t>‹#›</a:t>
            </a:fld>
            <a:endParaRPr lang="en-US"/>
          </a:p>
        </p:txBody>
      </p:sp>
    </p:spTree>
    <p:extLst>
      <p:ext uri="{BB962C8B-B14F-4D97-AF65-F5344CB8AC3E}">
        <p14:creationId xmlns:p14="http://schemas.microsoft.com/office/powerpoint/2010/main" val="3392429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1217-3A08-4422-A71F-A9D5E2CB8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CF49DE-ECA7-5D9D-2646-53551E4FC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288D64-F0EA-CE63-D9CD-1A5A6B7ED4E3}"/>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A0E655E4-57F8-5B35-6649-0E223B33E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53FCF-6E79-2574-F90A-DCA460C846D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83561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87F4-CDA9-9299-7A7F-89B2CCC3F4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BFA758-6CA2-F242-5756-9B45FA252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05BCC-941B-9C3D-9C4E-859C63DD64E4}"/>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5161E96A-6BFE-09F4-4D58-A8776E66EE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EA744-12FB-62F3-5D77-0A691106F3BA}"/>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660712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91DF-D90C-F58E-C431-D02186C06A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82E418-8D9E-8EE5-0AB4-A1BC0A49C4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5B4978-2BD8-79D4-2B4A-E6C0FA921E25}"/>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EFD9BA2E-8B9E-8F9D-051F-E86AA69CEF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0B0AB2-AB5A-DD5A-B4CF-66DDFF864F1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3704050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F364-EBA1-7546-2093-22B82BC38E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94F657-7D8B-7049-8D24-6C747A16E8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18A0DB-B1E2-EBDD-2207-6B4D912E69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7D91E-BD60-4316-8F5F-2E522E122BE9}"/>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6" name="Footer Placeholder 5">
            <a:extLst>
              <a:ext uri="{FF2B5EF4-FFF2-40B4-BE49-F238E27FC236}">
                <a16:creationId xmlns:a16="http://schemas.microsoft.com/office/drawing/2014/main" id="{0053A47A-EA1D-CF31-8927-C0E9E7355C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E23AAD-C50A-A034-BD92-3851FD642076}"/>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30265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89EB-738F-AFEE-2473-6B0ABD7D9D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5B1FA0-96FC-EB7B-6235-70B81C7816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AB453-8273-230B-1FB0-3051767B2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C1939F-5E2E-76FE-DE5E-699D8F670A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60FA0-C0DA-AB1B-FF56-294ADEFBF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80BBAD-2B02-442B-64F9-C5042B70B52A}"/>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8" name="Footer Placeholder 7">
            <a:extLst>
              <a:ext uri="{FF2B5EF4-FFF2-40B4-BE49-F238E27FC236}">
                <a16:creationId xmlns:a16="http://schemas.microsoft.com/office/drawing/2014/main" id="{82AE5827-9A0D-7A9F-560D-A4210BD634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2D842-D188-E870-1210-15A7667BA73B}"/>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24150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C321-9409-5829-5033-CC78957010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F44793-3749-CD51-68FB-CBA16D4CE2D5}"/>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4" name="Footer Placeholder 3">
            <a:extLst>
              <a:ext uri="{FF2B5EF4-FFF2-40B4-BE49-F238E27FC236}">
                <a16:creationId xmlns:a16="http://schemas.microsoft.com/office/drawing/2014/main" id="{E0658E09-0A69-DB37-391D-CB4EEA5FEE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C9C256-BA9A-C00E-72F6-40A144259A00}"/>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672870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34C52-9B3E-75C2-988E-3C463F4B68F9}"/>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3" name="Footer Placeholder 2">
            <a:extLst>
              <a:ext uri="{FF2B5EF4-FFF2-40B4-BE49-F238E27FC236}">
                <a16:creationId xmlns:a16="http://schemas.microsoft.com/office/drawing/2014/main" id="{40B8B849-6A2F-35F5-6EA8-4DA2E9E53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EF69C-E0C5-67D7-9FEE-070D615BFCED}"/>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11470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3EBAF-D447-37A0-01F9-3BB2A3D62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018B12-F001-A001-5203-B0B0B9D1F4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0F2C1B-4B56-9887-9F89-FABAB1E83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A3189-51DB-F682-DE54-65532D4D7757}"/>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6" name="Footer Placeholder 5">
            <a:extLst>
              <a:ext uri="{FF2B5EF4-FFF2-40B4-BE49-F238E27FC236}">
                <a16:creationId xmlns:a16="http://schemas.microsoft.com/office/drawing/2014/main" id="{C77BE4C2-9480-88A9-811B-AF072E3313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50C8C-8DE1-58C1-32E5-C04B96715103}"/>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117548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0729F-0C6C-73EC-90BD-C5CA1E910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E9B0C7-493A-4196-3CA3-C963FEF0E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905EED-083E-C2B1-6A11-7F3224C20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27119-0969-E76C-C08F-7EC9D332AA00}"/>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6" name="Footer Placeholder 5">
            <a:extLst>
              <a:ext uri="{FF2B5EF4-FFF2-40B4-BE49-F238E27FC236}">
                <a16:creationId xmlns:a16="http://schemas.microsoft.com/office/drawing/2014/main" id="{807FE66E-6558-90E3-E4C1-42AF6C78E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D90D9B-31E1-FB5F-5404-F991C5203394}"/>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25254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913FD-EE0D-82A7-3DDC-C92AF12F6A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0F838D-A704-733E-4597-9D9DBF079D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39990-F008-4341-AE84-BC2A975AE549}"/>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68F439BE-496E-A6AA-75C8-E63C0252C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07216-FC2E-7B84-D0FD-DB09A77B06C9}"/>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8032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B8A0AD-DD44-2786-4980-EF51BB6252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EED352-6F4A-89DB-4D15-576D4F554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12714-68CD-12B2-D1AC-FE4FA15B030F}"/>
              </a:ext>
            </a:extLst>
          </p:cNvPr>
          <p:cNvSpPr>
            <a:spLocks noGrp="1"/>
          </p:cNvSpPr>
          <p:nvPr>
            <p:ph type="dt" sz="half" idx="10"/>
          </p:nvPr>
        </p:nvSpPr>
        <p:spPr/>
        <p:txBody>
          <a:body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820B0D98-054B-4F04-C860-01D550617B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8D5F8-B181-EEB4-5EB4-883695353647}"/>
              </a:ext>
            </a:extLst>
          </p:cNvPr>
          <p:cNvSpPr>
            <a:spLocks noGrp="1"/>
          </p:cNvSpPr>
          <p:nvPr>
            <p:ph type="sldNum" sz="quarter" idx="12"/>
          </p:nvPr>
        </p:nvSpPr>
        <p:spPr/>
        <p:txBody>
          <a:bodyPr/>
          <a:lstStyle/>
          <a:p>
            <a:fld id="{B79E998A-ACE4-45A6-8B0E-EA153284DC58}" type="slidenum">
              <a:rPr lang="en-US" smtClean="0"/>
              <a:t>‹#›</a:t>
            </a:fld>
            <a:endParaRPr lang="en-US"/>
          </a:p>
        </p:txBody>
      </p:sp>
    </p:spTree>
    <p:extLst>
      <p:ext uri="{BB962C8B-B14F-4D97-AF65-F5344CB8AC3E}">
        <p14:creationId xmlns:p14="http://schemas.microsoft.com/office/powerpoint/2010/main" val="426356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9F31CA-6D0A-9A31-77E8-2F4996CBBA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AA7E53-D4A5-B259-734C-09EE4FEF1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90FBD-53DB-EF2D-3829-4F5C0485D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4EA48D-45F1-4D63-BEAE-7F1781564377}" type="datetimeFigureOut">
              <a:rPr lang="en-US" smtClean="0"/>
              <a:t>3/3/25</a:t>
            </a:fld>
            <a:endParaRPr lang="en-US"/>
          </a:p>
        </p:txBody>
      </p:sp>
      <p:sp>
        <p:nvSpPr>
          <p:cNvPr id="5" name="Footer Placeholder 4">
            <a:extLst>
              <a:ext uri="{FF2B5EF4-FFF2-40B4-BE49-F238E27FC236}">
                <a16:creationId xmlns:a16="http://schemas.microsoft.com/office/drawing/2014/main" id="{5B837025-BD83-AB56-ACC2-A502387EE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4F3E05-A2D1-418B-2918-736CD8761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9E998A-ACE4-45A6-8B0E-EA153284DC58}" type="slidenum">
              <a:rPr lang="en-US" smtClean="0"/>
              <a:t>‹#›</a:t>
            </a:fld>
            <a:endParaRPr lang="en-US"/>
          </a:p>
        </p:txBody>
      </p:sp>
    </p:spTree>
    <p:extLst>
      <p:ext uri="{BB962C8B-B14F-4D97-AF65-F5344CB8AC3E}">
        <p14:creationId xmlns:p14="http://schemas.microsoft.com/office/powerpoint/2010/main" val="365656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bstract picture of the brain made up of patterns">
            <a:extLst>
              <a:ext uri="{FF2B5EF4-FFF2-40B4-BE49-F238E27FC236}">
                <a16:creationId xmlns:a16="http://schemas.microsoft.com/office/drawing/2014/main" id="{547E02EA-1E59-DC65-0F27-1FD3268395DA}"/>
              </a:ext>
            </a:extLst>
          </p:cNvPr>
          <p:cNvPicPr>
            <a:picLocks noChangeAspect="1"/>
          </p:cNvPicPr>
          <p:nvPr/>
        </p:nvPicPr>
        <p:blipFill>
          <a:blip r:embed="rId2"/>
          <a:srcRect t="25449" r="1090" b="3677"/>
          <a:stretch/>
        </p:blipFill>
        <p:spPr>
          <a:xfrm>
            <a:off x="20" y="10"/>
            <a:ext cx="12191981" cy="6857990"/>
          </a:xfrm>
          <a:prstGeom prst="rect">
            <a:avLst/>
          </a:prstGeom>
        </p:spPr>
      </p:pic>
      <p:sp>
        <p:nvSpPr>
          <p:cNvPr id="23" name="Rectangle 2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70BE455-57BF-C57F-4071-9FC2716117D1}"/>
              </a:ext>
            </a:extLst>
          </p:cNvPr>
          <p:cNvSpPr txBox="1"/>
          <p:nvPr/>
        </p:nvSpPr>
        <p:spPr>
          <a:xfrm>
            <a:off x="404553" y="3091928"/>
            <a:ext cx="9078562" cy="1006429"/>
          </a:xfrm>
          <a:prstGeom prst="rect">
            <a:avLst/>
          </a:prstGeom>
          <a:noFill/>
        </p:spPr>
        <p:txBody>
          <a:bodyPr wrap="square" rtlCol="0">
            <a:spAutoFit/>
          </a:bodyPr>
          <a:lstStyle/>
          <a:p>
            <a:pPr>
              <a:lnSpc>
                <a:spcPct val="90000"/>
              </a:lnSpc>
              <a:spcBef>
                <a:spcPct val="0"/>
              </a:spcBef>
              <a:spcAft>
                <a:spcPts val="600"/>
              </a:spcAft>
            </a:pPr>
            <a:r>
              <a:rPr lang="en-US" sz="6600" b="1">
                <a:solidFill>
                  <a:schemeClr val="bg1"/>
                </a:solidFill>
                <a:latin typeface="+mj-lt"/>
                <a:ea typeface="+mj-ea"/>
                <a:cs typeface="+mj-cs"/>
              </a:rPr>
              <a:t>Artificial Intelligence(AI)</a:t>
            </a:r>
          </a:p>
        </p:txBody>
      </p:sp>
      <p:sp>
        <p:nvSpPr>
          <p:cNvPr id="25" name="Rectangle: Rounded Corners 2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211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909CEA-ADDE-099C-233C-AA0FCC160D77}"/>
            </a:ext>
          </a:extLst>
        </p:cNvPr>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165109B-7036-4613-93D4-579E77F6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22106B-5840-5369-8251-425479852791}"/>
              </a:ext>
            </a:extLst>
          </p:cNvPr>
          <p:cNvSpPr txBox="1"/>
          <p:nvPr/>
        </p:nvSpPr>
        <p:spPr>
          <a:xfrm>
            <a:off x="761802" y="858982"/>
            <a:ext cx="3160341" cy="515293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kern="1200">
                <a:solidFill>
                  <a:schemeClr val="tx1"/>
                </a:solidFill>
                <a:latin typeface="+mj-lt"/>
                <a:ea typeface="+mj-ea"/>
                <a:cs typeface="+mj-cs"/>
              </a:rPr>
              <a:t>Content</a:t>
            </a:r>
          </a:p>
        </p:txBody>
      </p:sp>
      <p:sp useBgFill="1">
        <p:nvSpPr>
          <p:cNvPr id="13" name="Rectangle 12">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6707" y="0"/>
            <a:ext cx="7455294" cy="6858000"/>
          </a:xfrm>
          <a:prstGeom prst="rect">
            <a:avLst/>
          </a:prstGeom>
          <a:ln>
            <a:noFill/>
          </a:ln>
          <a:effectLst>
            <a:outerShdw blurRad="317500" dist="2286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4">
            <a:extLst>
              <a:ext uri="{FF2B5EF4-FFF2-40B4-BE49-F238E27FC236}">
                <a16:creationId xmlns:a16="http://schemas.microsoft.com/office/drawing/2014/main" id="{15B7C8F9-EE6A-9FDA-0970-FBFDEA63EEDC}"/>
              </a:ext>
            </a:extLst>
          </p:cNvPr>
          <p:cNvGraphicFramePr/>
          <p:nvPr>
            <p:extLst>
              <p:ext uri="{D42A27DB-BD31-4B8C-83A1-F6EECF244321}">
                <p14:modId xmlns:p14="http://schemas.microsoft.com/office/powerpoint/2010/main" val="178532563"/>
              </p:ext>
            </p:extLst>
          </p:nvPr>
        </p:nvGraphicFramePr>
        <p:xfrm>
          <a:off x="5368169" y="601324"/>
          <a:ext cx="5849557" cy="5618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706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5473-4A6A-9B37-ED35-EA921C08E5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95C207-883F-9850-BB3C-96ABCD557D25}"/>
              </a:ext>
            </a:extLst>
          </p:cNvPr>
          <p:cNvSpPr txBox="1"/>
          <p:nvPr/>
        </p:nvSpPr>
        <p:spPr>
          <a:xfrm>
            <a:off x="1202092" y="1054360"/>
            <a:ext cx="10274561" cy="769441"/>
          </a:xfrm>
          <a:prstGeom prst="rect">
            <a:avLst/>
          </a:prstGeom>
          <a:noFill/>
        </p:spPr>
        <p:txBody>
          <a:bodyPr wrap="square" rtlCol="0">
            <a:spAutoFit/>
          </a:bodyPr>
          <a:lstStyle/>
          <a:p>
            <a:r>
              <a:rPr lang="en-US" sz="4400" b="1"/>
              <a:t>What is Artificial Intelligence(AI)?</a:t>
            </a:r>
            <a:endParaRPr lang="en-US" sz="4400" b="1" dirty="0"/>
          </a:p>
        </p:txBody>
      </p:sp>
      <p:sp>
        <p:nvSpPr>
          <p:cNvPr id="2" name="TextBox 1">
            <a:extLst>
              <a:ext uri="{FF2B5EF4-FFF2-40B4-BE49-F238E27FC236}">
                <a16:creationId xmlns:a16="http://schemas.microsoft.com/office/drawing/2014/main" id="{E067C6D6-B33F-9C6A-30A3-4DC271AFDE12}"/>
              </a:ext>
            </a:extLst>
          </p:cNvPr>
          <p:cNvSpPr txBox="1"/>
          <p:nvPr/>
        </p:nvSpPr>
        <p:spPr>
          <a:xfrm>
            <a:off x="1239414" y="2130491"/>
            <a:ext cx="9714725" cy="830997"/>
          </a:xfrm>
          <a:prstGeom prst="rect">
            <a:avLst/>
          </a:prstGeom>
          <a:noFill/>
        </p:spPr>
        <p:txBody>
          <a:bodyPr wrap="square" rtlCol="0">
            <a:spAutoFit/>
          </a:bodyPr>
          <a:lstStyle/>
          <a:p>
            <a:pPr marL="342900" indent="-342900">
              <a:buFont typeface="Arial" panose="020B0604020202020204" pitchFamily="34" charset="0"/>
              <a:buChar char="•"/>
            </a:pPr>
            <a:r>
              <a:rPr lang="en-US" sz="2400"/>
              <a:t>AI is the simulation of human intelligence processes by machines, especially computer systems.</a:t>
            </a:r>
            <a:endParaRPr lang="en-US" sz="2400" dirty="0"/>
          </a:p>
        </p:txBody>
      </p:sp>
      <p:sp>
        <p:nvSpPr>
          <p:cNvPr id="3" name="TextBox 2">
            <a:extLst>
              <a:ext uri="{FF2B5EF4-FFF2-40B4-BE49-F238E27FC236}">
                <a16:creationId xmlns:a16="http://schemas.microsoft.com/office/drawing/2014/main" id="{2D9A9175-63D7-102B-DACF-74CB2CDB57E5}"/>
              </a:ext>
            </a:extLst>
          </p:cNvPr>
          <p:cNvSpPr txBox="1"/>
          <p:nvPr/>
        </p:nvSpPr>
        <p:spPr>
          <a:xfrm>
            <a:off x="1202092" y="2886843"/>
            <a:ext cx="9714725" cy="2677656"/>
          </a:xfrm>
          <a:prstGeom prst="rect">
            <a:avLst/>
          </a:prstGeom>
          <a:noFill/>
        </p:spPr>
        <p:txBody>
          <a:bodyPr wrap="square" rtlCol="0">
            <a:spAutoFit/>
          </a:bodyPr>
          <a:lstStyle/>
          <a:p>
            <a:pPr marL="342900" indent="-342900">
              <a:buFont typeface="Arial" panose="020B0604020202020204" pitchFamily="34" charset="0"/>
              <a:buChar char="•"/>
            </a:pPr>
            <a:r>
              <a:rPr lang="en-US" sz="2400"/>
              <a:t>Aims to perform tasks that typically require human intelligence, such as visual perception, speech recognition, decision-making, and language translation.</a:t>
            </a:r>
          </a:p>
          <a:p>
            <a:pPr marL="342900" indent="-342900">
              <a:buFont typeface="Arial" panose="020B0604020202020204" pitchFamily="34" charset="0"/>
              <a:buChar char="•"/>
            </a:pPr>
            <a:r>
              <a:rPr lang="en-US" sz="2400"/>
              <a:t>It is important in various fields, including healthcare, finance, transportation, entertainment, and more.</a:t>
            </a:r>
          </a:p>
          <a:p>
            <a:pPr marL="342900" indent="-342900">
              <a:buFont typeface="Arial" panose="020B0604020202020204" pitchFamily="34" charset="0"/>
              <a:buChar char="•"/>
            </a:pPr>
            <a:r>
              <a:rPr lang="en-US" sz="2400"/>
              <a:t>Self-driving cars, virtual assistants (e.g., Siri, Alexa), recommendation systems (e.g., Netflix, Amazon), medical diagnosis systems.</a:t>
            </a:r>
            <a:endParaRPr lang="en-US" sz="2400" dirty="0"/>
          </a:p>
        </p:txBody>
      </p:sp>
    </p:spTree>
    <p:extLst>
      <p:ext uri="{BB962C8B-B14F-4D97-AF65-F5344CB8AC3E}">
        <p14:creationId xmlns:p14="http://schemas.microsoft.com/office/powerpoint/2010/main" val="273680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2ADE54-499B-8865-32E2-9D068A27257D}"/>
            </a:ext>
          </a:extLst>
        </p:cNvPr>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165109B-7036-4613-93D4-579E77F6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AD1FAB0-86E2-B995-0968-55FD7F053680}"/>
              </a:ext>
            </a:extLst>
          </p:cNvPr>
          <p:cNvSpPr txBox="1"/>
          <p:nvPr/>
        </p:nvSpPr>
        <p:spPr>
          <a:xfrm>
            <a:off x="761802" y="858982"/>
            <a:ext cx="3160341" cy="515293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kern="1200">
                <a:solidFill>
                  <a:schemeClr val="tx1"/>
                </a:solidFill>
                <a:latin typeface="+mj-lt"/>
                <a:ea typeface="+mj-ea"/>
                <a:cs typeface="+mj-cs"/>
              </a:rPr>
              <a:t>Agent Architecture</a:t>
            </a:r>
          </a:p>
        </p:txBody>
      </p:sp>
      <p:sp useBgFill="1">
        <p:nvSpPr>
          <p:cNvPr id="12" name="Rectangle 11">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6707" y="0"/>
            <a:ext cx="7455294" cy="6858000"/>
          </a:xfrm>
          <a:prstGeom prst="rect">
            <a:avLst/>
          </a:prstGeom>
          <a:ln>
            <a:noFill/>
          </a:ln>
          <a:effectLst>
            <a:outerShdw blurRad="317500" dist="2286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1">
            <a:extLst>
              <a:ext uri="{FF2B5EF4-FFF2-40B4-BE49-F238E27FC236}">
                <a16:creationId xmlns:a16="http://schemas.microsoft.com/office/drawing/2014/main" id="{6D400382-7709-F86C-0476-C874B93C5EB5}"/>
              </a:ext>
            </a:extLst>
          </p:cNvPr>
          <p:cNvGraphicFramePr/>
          <p:nvPr>
            <p:extLst>
              <p:ext uri="{D42A27DB-BD31-4B8C-83A1-F6EECF244321}">
                <p14:modId xmlns:p14="http://schemas.microsoft.com/office/powerpoint/2010/main" val="4251066943"/>
              </p:ext>
            </p:extLst>
          </p:nvPr>
        </p:nvGraphicFramePr>
        <p:xfrm>
          <a:off x="5368169" y="601324"/>
          <a:ext cx="5849557" cy="5618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668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762A4E-FAE0-7880-05FB-F797D143F272}"/>
            </a:ext>
          </a:extLst>
        </p:cNvPr>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165109B-7036-4613-93D4-579E77F6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D1C245F-3DCA-B46D-3DA7-6FD4139996B0}"/>
              </a:ext>
            </a:extLst>
          </p:cNvPr>
          <p:cNvSpPr txBox="1"/>
          <p:nvPr/>
        </p:nvSpPr>
        <p:spPr>
          <a:xfrm>
            <a:off x="761802" y="858982"/>
            <a:ext cx="3160341" cy="515293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kern="1200">
                <a:solidFill>
                  <a:schemeClr val="tx1"/>
                </a:solidFill>
                <a:latin typeface="+mj-lt"/>
                <a:ea typeface="+mj-ea"/>
                <a:cs typeface="+mj-cs"/>
              </a:rPr>
              <a:t>Agent Definitions</a:t>
            </a:r>
          </a:p>
        </p:txBody>
      </p:sp>
      <p:sp useBgFill="1">
        <p:nvSpPr>
          <p:cNvPr id="12" name="Rectangle 11">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6707" y="0"/>
            <a:ext cx="7455294" cy="6858000"/>
          </a:xfrm>
          <a:prstGeom prst="rect">
            <a:avLst/>
          </a:prstGeom>
          <a:ln>
            <a:noFill/>
          </a:ln>
          <a:effectLst>
            <a:outerShdw blurRad="317500" dist="2286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1">
            <a:extLst>
              <a:ext uri="{FF2B5EF4-FFF2-40B4-BE49-F238E27FC236}">
                <a16:creationId xmlns:a16="http://schemas.microsoft.com/office/drawing/2014/main" id="{42103144-AEF9-E290-B9BE-C6774503A77C}"/>
              </a:ext>
            </a:extLst>
          </p:cNvPr>
          <p:cNvGraphicFramePr/>
          <p:nvPr>
            <p:extLst>
              <p:ext uri="{D42A27DB-BD31-4B8C-83A1-F6EECF244321}">
                <p14:modId xmlns:p14="http://schemas.microsoft.com/office/powerpoint/2010/main" val="960716809"/>
              </p:ext>
            </p:extLst>
          </p:nvPr>
        </p:nvGraphicFramePr>
        <p:xfrm>
          <a:off x="5368169" y="601324"/>
          <a:ext cx="5849557" cy="5618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7207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F1C9-8ED3-259D-E65A-1E0B09F061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34CD56-F2AF-9913-92AE-F45AE231B31D}"/>
              </a:ext>
            </a:extLst>
          </p:cNvPr>
          <p:cNvSpPr txBox="1"/>
          <p:nvPr/>
        </p:nvSpPr>
        <p:spPr>
          <a:xfrm>
            <a:off x="1303952" y="4997467"/>
            <a:ext cx="9714725" cy="1323439"/>
          </a:xfrm>
          <a:prstGeom prst="rect">
            <a:avLst/>
          </a:prstGeom>
          <a:noFill/>
        </p:spPr>
        <p:txBody>
          <a:bodyPr wrap="square" rtlCol="0">
            <a:spAutoFit/>
          </a:bodyPr>
          <a:lstStyle/>
          <a:p>
            <a:r>
              <a:rPr lang="en-US" sz="2800" b="1"/>
              <a:t>4. Agent Program</a:t>
            </a:r>
          </a:p>
          <a:p>
            <a:r>
              <a:rPr lang="en-US" sz="2400"/>
              <a:t>Implements the agent function.</a:t>
            </a:r>
          </a:p>
          <a:p>
            <a:endParaRPr lang="en-US" sz="2800" b="1" dirty="0"/>
          </a:p>
        </p:txBody>
      </p:sp>
      <p:sp>
        <p:nvSpPr>
          <p:cNvPr id="3" name="TextBox 2">
            <a:extLst>
              <a:ext uri="{FF2B5EF4-FFF2-40B4-BE49-F238E27FC236}">
                <a16:creationId xmlns:a16="http://schemas.microsoft.com/office/drawing/2014/main" id="{36C4ABE2-675F-FB3D-D0F0-FE1F68B8AA39}"/>
              </a:ext>
            </a:extLst>
          </p:cNvPr>
          <p:cNvSpPr txBox="1"/>
          <p:nvPr/>
        </p:nvSpPr>
        <p:spPr>
          <a:xfrm>
            <a:off x="1108787" y="750602"/>
            <a:ext cx="6955302" cy="646331"/>
          </a:xfrm>
          <a:prstGeom prst="rect">
            <a:avLst/>
          </a:prstGeom>
          <a:noFill/>
        </p:spPr>
        <p:txBody>
          <a:bodyPr wrap="none" rtlCol="0">
            <a:spAutoFit/>
          </a:bodyPr>
          <a:lstStyle/>
          <a:p>
            <a:r>
              <a:rPr lang="en-US" sz="3600" b="1"/>
              <a:t>Components of Agent Architecture.</a:t>
            </a:r>
            <a:endParaRPr lang="en-US" sz="3600" b="1" dirty="0"/>
          </a:p>
        </p:txBody>
      </p:sp>
      <p:sp>
        <p:nvSpPr>
          <p:cNvPr id="5" name="TextBox 4">
            <a:extLst>
              <a:ext uri="{FF2B5EF4-FFF2-40B4-BE49-F238E27FC236}">
                <a16:creationId xmlns:a16="http://schemas.microsoft.com/office/drawing/2014/main" id="{882A98C0-9577-D0DE-0576-134EABC1ED2F}"/>
              </a:ext>
            </a:extLst>
          </p:cNvPr>
          <p:cNvSpPr txBox="1"/>
          <p:nvPr/>
        </p:nvSpPr>
        <p:spPr>
          <a:xfrm>
            <a:off x="1238637" y="1671504"/>
            <a:ext cx="8707018" cy="892552"/>
          </a:xfrm>
          <a:prstGeom prst="rect">
            <a:avLst/>
          </a:prstGeom>
          <a:noFill/>
        </p:spPr>
        <p:txBody>
          <a:bodyPr wrap="square" rtlCol="0">
            <a:spAutoFit/>
          </a:bodyPr>
          <a:lstStyle/>
          <a:p>
            <a:r>
              <a:rPr lang="en-US" sz="2800" b="1"/>
              <a:t>1. Percept</a:t>
            </a:r>
          </a:p>
          <a:p>
            <a:r>
              <a:rPr lang="en-US" sz="2400"/>
              <a:t>The agent’s perception of the environment.</a:t>
            </a:r>
            <a:endParaRPr lang="en-US" sz="2400" dirty="0"/>
          </a:p>
        </p:txBody>
      </p:sp>
      <p:sp>
        <p:nvSpPr>
          <p:cNvPr id="6" name="TextBox 5">
            <a:extLst>
              <a:ext uri="{FF2B5EF4-FFF2-40B4-BE49-F238E27FC236}">
                <a16:creationId xmlns:a16="http://schemas.microsoft.com/office/drawing/2014/main" id="{8191313C-FFBD-2F43-1379-7836C0D25FDD}"/>
              </a:ext>
            </a:extLst>
          </p:cNvPr>
          <p:cNvSpPr txBox="1"/>
          <p:nvPr/>
        </p:nvSpPr>
        <p:spPr>
          <a:xfrm>
            <a:off x="1303952" y="2657047"/>
            <a:ext cx="8707018" cy="1261884"/>
          </a:xfrm>
          <a:prstGeom prst="rect">
            <a:avLst/>
          </a:prstGeom>
          <a:noFill/>
        </p:spPr>
        <p:txBody>
          <a:bodyPr wrap="square" rtlCol="0">
            <a:spAutoFit/>
          </a:bodyPr>
          <a:lstStyle/>
          <a:p>
            <a:r>
              <a:rPr lang="en-US" sz="2800" b="1"/>
              <a:t>2. Actuators</a:t>
            </a:r>
          </a:p>
          <a:p>
            <a:r>
              <a:rPr lang="en-US" sz="2400"/>
              <a:t>The mechanisms through which the agent acts upon the environment.</a:t>
            </a:r>
            <a:endParaRPr lang="en-US" sz="2400" dirty="0"/>
          </a:p>
        </p:txBody>
      </p:sp>
      <p:sp>
        <p:nvSpPr>
          <p:cNvPr id="7" name="TextBox 6">
            <a:extLst>
              <a:ext uri="{FF2B5EF4-FFF2-40B4-BE49-F238E27FC236}">
                <a16:creationId xmlns:a16="http://schemas.microsoft.com/office/drawing/2014/main" id="{AFC03A7F-E603-5960-F449-4F1005CD190C}"/>
              </a:ext>
            </a:extLst>
          </p:cNvPr>
          <p:cNvSpPr txBox="1"/>
          <p:nvPr/>
        </p:nvSpPr>
        <p:spPr>
          <a:xfrm>
            <a:off x="1238637" y="4011923"/>
            <a:ext cx="9714725" cy="892552"/>
          </a:xfrm>
          <a:prstGeom prst="rect">
            <a:avLst/>
          </a:prstGeom>
          <a:noFill/>
        </p:spPr>
        <p:txBody>
          <a:bodyPr wrap="square" rtlCol="0">
            <a:spAutoFit/>
          </a:bodyPr>
          <a:lstStyle/>
          <a:p>
            <a:r>
              <a:rPr lang="en-US" sz="2800" b="1"/>
              <a:t>3. Agent Function</a:t>
            </a:r>
          </a:p>
          <a:p>
            <a:r>
              <a:rPr lang="en-US" sz="2400"/>
              <a:t>Maps percept sequences to actions.</a:t>
            </a:r>
            <a:endParaRPr lang="en-US" sz="2400" dirty="0"/>
          </a:p>
        </p:txBody>
      </p:sp>
    </p:spTree>
    <p:extLst>
      <p:ext uri="{BB962C8B-B14F-4D97-AF65-F5344CB8AC3E}">
        <p14:creationId xmlns:p14="http://schemas.microsoft.com/office/powerpoint/2010/main" val="47276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88BB8-5C1F-5201-3C1E-1BE7A15822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B684B-4F41-9174-A6EB-8D3BEDDE3B42}"/>
              </a:ext>
            </a:extLst>
          </p:cNvPr>
          <p:cNvSpPr txBox="1"/>
          <p:nvPr/>
        </p:nvSpPr>
        <p:spPr>
          <a:xfrm>
            <a:off x="1313282" y="4608695"/>
            <a:ext cx="9714725" cy="523220"/>
          </a:xfrm>
          <a:prstGeom prst="rect">
            <a:avLst/>
          </a:prstGeom>
          <a:noFill/>
        </p:spPr>
        <p:txBody>
          <a:bodyPr wrap="square" rtlCol="0">
            <a:spAutoFit/>
          </a:bodyPr>
          <a:lstStyle/>
          <a:p>
            <a:r>
              <a:rPr lang="en-US" sz="2800" dirty="0"/>
              <a:t>Utility-based agents</a:t>
            </a:r>
          </a:p>
        </p:txBody>
      </p:sp>
      <p:sp>
        <p:nvSpPr>
          <p:cNvPr id="3" name="TextBox 2">
            <a:extLst>
              <a:ext uri="{FF2B5EF4-FFF2-40B4-BE49-F238E27FC236}">
                <a16:creationId xmlns:a16="http://schemas.microsoft.com/office/drawing/2014/main" id="{7B6583B0-D836-0EC6-7EC6-847DC2C7A5FC}"/>
              </a:ext>
            </a:extLst>
          </p:cNvPr>
          <p:cNvSpPr txBox="1"/>
          <p:nvPr/>
        </p:nvSpPr>
        <p:spPr>
          <a:xfrm>
            <a:off x="1238637" y="842126"/>
            <a:ext cx="4592217" cy="646331"/>
          </a:xfrm>
          <a:prstGeom prst="rect">
            <a:avLst/>
          </a:prstGeom>
          <a:noFill/>
        </p:spPr>
        <p:txBody>
          <a:bodyPr wrap="square" rtlCol="0">
            <a:spAutoFit/>
          </a:bodyPr>
          <a:lstStyle/>
          <a:p>
            <a:r>
              <a:rPr lang="en-US" sz="3600" b="1" dirty="0"/>
              <a:t>Types of Agents</a:t>
            </a:r>
          </a:p>
        </p:txBody>
      </p:sp>
      <p:sp>
        <p:nvSpPr>
          <p:cNvPr id="5" name="TextBox 4">
            <a:extLst>
              <a:ext uri="{FF2B5EF4-FFF2-40B4-BE49-F238E27FC236}">
                <a16:creationId xmlns:a16="http://schemas.microsoft.com/office/drawing/2014/main" id="{524CE8D4-2207-97E2-49DE-DF97717DA834}"/>
              </a:ext>
            </a:extLst>
          </p:cNvPr>
          <p:cNvSpPr txBox="1"/>
          <p:nvPr/>
        </p:nvSpPr>
        <p:spPr>
          <a:xfrm>
            <a:off x="1238637" y="1889866"/>
            <a:ext cx="8707018" cy="523220"/>
          </a:xfrm>
          <a:prstGeom prst="rect">
            <a:avLst/>
          </a:prstGeom>
          <a:noFill/>
        </p:spPr>
        <p:txBody>
          <a:bodyPr wrap="square" rtlCol="0">
            <a:spAutoFit/>
          </a:bodyPr>
          <a:lstStyle/>
          <a:p>
            <a:r>
              <a:rPr lang="en-US" sz="2800" dirty="0"/>
              <a:t>Simple reflex agents.</a:t>
            </a:r>
            <a:endParaRPr lang="en-US" sz="2400" dirty="0"/>
          </a:p>
        </p:txBody>
      </p:sp>
      <p:sp>
        <p:nvSpPr>
          <p:cNvPr id="6" name="TextBox 5">
            <a:extLst>
              <a:ext uri="{FF2B5EF4-FFF2-40B4-BE49-F238E27FC236}">
                <a16:creationId xmlns:a16="http://schemas.microsoft.com/office/drawing/2014/main" id="{7854F924-1049-37B0-11C3-59471473FEBC}"/>
              </a:ext>
            </a:extLst>
          </p:cNvPr>
          <p:cNvSpPr txBox="1"/>
          <p:nvPr/>
        </p:nvSpPr>
        <p:spPr>
          <a:xfrm>
            <a:off x="1238637" y="2569573"/>
            <a:ext cx="8707018" cy="523220"/>
          </a:xfrm>
          <a:prstGeom prst="rect">
            <a:avLst/>
          </a:prstGeom>
          <a:noFill/>
        </p:spPr>
        <p:txBody>
          <a:bodyPr wrap="square" rtlCol="0">
            <a:spAutoFit/>
          </a:bodyPr>
          <a:lstStyle/>
          <a:p>
            <a:r>
              <a:rPr lang="en-US" sz="2800" dirty="0"/>
              <a:t>Model-based reflex agents.</a:t>
            </a:r>
          </a:p>
        </p:txBody>
      </p:sp>
      <p:sp>
        <p:nvSpPr>
          <p:cNvPr id="7" name="TextBox 6">
            <a:extLst>
              <a:ext uri="{FF2B5EF4-FFF2-40B4-BE49-F238E27FC236}">
                <a16:creationId xmlns:a16="http://schemas.microsoft.com/office/drawing/2014/main" id="{763E0AF4-AA08-9CD8-5927-24F620F2C8EB}"/>
              </a:ext>
            </a:extLst>
          </p:cNvPr>
          <p:cNvSpPr txBox="1"/>
          <p:nvPr/>
        </p:nvSpPr>
        <p:spPr>
          <a:xfrm>
            <a:off x="1313282" y="3249281"/>
            <a:ext cx="9714725" cy="523220"/>
          </a:xfrm>
          <a:prstGeom prst="rect">
            <a:avLst/>
          </a:prstGeom>
          <a:noFill/>
        </p:spPr>
        <p:txBody>
          <a:bodyPr wrap="square" rtlCol="0">
            <a:spAutoFit/>
          </a:bodyPr>
          <a:lstStyle/>
          <a:p>
            <a:r>
              <a:rPr lang="en-US" sz="2800" dirty="0"/>
              <a:t>Goal-based agents.</a:t>
            </a:r>
          </a:p>
        </p:txBody>
      </p:sp>
      <p:sp>
        <p:nvSpPr>
          <p:cNvPr id="4" name="TextBox 3">
            <a:extLst>
              <a:ext uri="{FF2B5EF4-FFF2-40B4-BE49-F238E27FC236}">
                <a16:creationId xmlns:a16="http://schemas.microsoft.com/office/drawing/2014/main" id="{93AF0B3A-AE20-683B-676D-B770E5D10ECC}"/>
              </a:ext>
            </a:extLst>
          </p:cNvPr>
          <p:cNvSpPr txBox="1"/>
          <p:nvPr/>
        </p:nvSpPr>
        <p:spPr>
          <a:xfrm>
            <a:off x="1313282" y="3928988"/>
            <a:ext cx="9714725" cy="523220"/>
          </a:xfrm>
          <a:prstGeom prst="rect">
            <a:avLst/>
          </a:prstGeom>
          <a:noFill/>
        </p:spPr>
        <p:txBody>
          <a:bodyPr wrap="square" rtlCol="0">
            <a:spAutoFit/>
          </a:bodyPr>
          <a:lstStyle/>
          <a:p>
            <a:r>
              <a:rPr lang="en-US" sz="2800" dirty="0"/>
              <a:t>Learning agents</a:t>
            </a:r>
          </a:p>
        </p:txBody>
      </p:sp>
    </p:spTree>
    <p:extLst>
      <p:ext uri="{BB962C8B-B14F-4D97-AF65-F5344CB8AC3E}">
        <p14:creationId xmlns:p14="http://schemas.microsoft.com/office/powerpoint/2010/main" val="50089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031D-F0F1-DF11-48BF-773ADBA9B1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44F3B7-04DD-20B1-3383-E2D0F1150DFD}"/>
              </a:ext>
            </a:extLst>
          </p:cNvPr>
          <p:cNvSpPr txBox="1"/>
          <p:nvPr/>
        </p:nvSpPr>
        <p:spPr>
          <a:xfrm>
            <a:off x="1238637" y="1250303"/>
            <a:ext cx="10274561" cy="646331"/>
          </a:xfrm>
          <a:prstGeom prst="rect">
            <a:avLst/>
          </a:prstGeom>
          <a:noFill/>
        </p:spPr>
        <p:txBody>
          <a:bodyPr wrap="square" rtlCol="0">
            <a:spAutoFit/>
          </a:bodyPr>
          <a:lstStyle/>
          <a:p>
            <a:r>
              <a:rPr lang="en-US" sz="3600" b="1" dirty="0"/>
              <a:t>Simple Reflex Agent</a:t>
            </a:r>
          </a:p>
        </p:txBody>
      </p:sp>
      <p:sp>
        <p:nvSpPr>
          <p:cNvPr id="2" name="TextBox 1">
            <a:extLst>
              <a:ext uri="{FF2B5EF4-FFF2-40B4-BE49-F238E27FC236}">
                <a16:creationId xmlns:a16="http://schemas.microsoft.com/office/drawing/2014/main" id="{ACA3EAD0-703B-7D82-48C6-DEF05E052F82}"/>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Automatic thermostat.</a:t>
            </a:r>
          </a:p>
        </p:txBody>
      </p:sp>
      <p:sp>
        <p:nvSpPr>
          <p:cNvPr id="3" name="TextBox 2">
            <a:extLst>
              <a:ext uri="{FF2B5EF4-FFF2-40B4-BE49-F238E27FC236}">
                <a16:creationId xmlns:a16="http://schemas.microsoft.com/office/drawing/2014/main" id="{B02686F7-EEF3-1B0C-4A50-F744241C0CEA}"/>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Temperature readings.</a:t>
            </a:r>
          </a:p>
        </p:txBody>
      </p:sp>
      <p:sp>
        <p:nvSpPr>
          <p:cNvPr id="5" name="TextBox 4">
            <a:extLst>
              <a:ext uri="{FF2B5EF4-FFF2-40B4-BE49-F238E27FC236}">
                <a16:creationId xmlns:a16="http://schemas.microsoft.com/office/drawing/2014/main" id="{8BA8DED0-B9DC-BCB2-4C90-9B6173CAE6AC}"/>
              </a:ext>
            </a:extLst>
          </p:cNvPr>
          <p:cNvSpPr txBox="1"/>
          <p:nvPr/>
        </p:nvSpPr>
        <p:spPr>
          <a:xfrm>
            <a:off x="1238637" y="4038705"/>
            <a:ext cx="9714725" cy="954107"/>
          </a:xfrm>
          <a:prstGeom prst="rect">
            <a:avLst/>
          </a:prstGeom>
          <a:noFill/>
        </p:spPr>
        <p:txBody>
          <a:bodyPr wrap="square" rtlCol="0">
            <a:spAutoFit/>
          </a:bodyPr>
          <a:lstStyle/>
          <a:p>
            <a:r>
              <a:rPr lang="en-US" sz="2800" b="1" dirty="0"/>
              <a:t>Actions</a:t>
            </a:r>
          </a:p>
          <a:p>
            <a:r>
              <a:rPr lang="en-US" sz="2800" dirty="0"/>
              <a:t>Turn on heating or cooling based on temperature threshold.</a:t>
            </a:r>
          </a:p>
        </p:txBody>
      </p:sp>
    </p:spTree>
    <p:extLst>
      <p:ext uri="{BB962C8B-B14F-4D97-AF65-F5344CB8AC3E}">
        <p14:creationId xmlns:p14="http://schemas.microsoft.com/office/powerpoint/2010/main" val="3721020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1879-E89F-1E1A-5B71-A346E3C9465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17ED91E-F70F-5674-4988-3226FB926DED}"/>
              </a:ext>
            </a:extLst>
          </p:cNvPr>
          <p:cNvSpPr txBox="1"/>
          <p:nvPr/>
        </p:nvSpPr>
        <p:spPr>
          <a:xfrm>
            <a:off x="1238637" y="1250303"/>
            <a:ext cx="10274561" cy="646331"/>
          </a:xfrm>
          <a:prstGeom prst="rect">
            <a:avLst/>
          </a:prstGeom>
          <a:noFill/>
        </p:spPr>
        <p:txBody>
          <a:bodyPr wrap="square" rtlCol="0">
            <a:spAutoFit/>
          </a:bodyPr>
          <a:lstStyle/>
          <a:p>
            <a:r>
              <a:rPr lang="en-US" sz="3600" b="1" dirty="0"/>
              <a:t>Model-Based Reflex Agent</a:t>
            </a:r>
          </a:p>
        </p:txBody>
      </p:sp>
      <p:sp>
        <p:nvSpPr>
          <p:cNvPr id="2" name="TextBox 1">
            <a:extLst>
              <a:ext uri="{FF2B5EF4-FFF2-40B4-BE49-F238E27FC236}">
                <a16:creationId xmlns:a16="http://schemas.microsoft.com/office/drawing/2014/main" id="{39F52BE0-32BB-456A-8055-638781FCB994}"/>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Chess-playing computer program.</a:t>
            </a:r>
          </a:p>
        </p:txBody>
      </p:sp>
      <p:sp>
        <p:nvSpPr>
          <p:cNvPr id="3" name="TextBox 2">
            <a:extLst>
              <a:ext uri="{FF2B5EF4-FFF2-40B4-BE49-F238E27FC236}">
                <a16:creationId xmlns:a16="http://schemas.microsoft.com/office/drawing/2014/main" id="{6A46AC09-3A9B-E276-8AB2-F28B7E09D8D1}"/>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Current state of the chessboard.</a:t>
            </a:r>
          </a:p>
        </p:txBody>
      </p:sp>
      <p:sp>
        <p:nvSpPr>
          <p:cNvPr id="5" name="TextBox 4">
            <a:extLst>
              <a:ext uri="{FF2B5EF4-FFF2-40B4-BE49-F238E27FC236}">
                <a16:creationId xmlns:a16="http://schemas.microsoft.com/office/drawing/2014/main" id="{C3786ECE-55B7-F1AA-5485-786B37BDFA5A}"/>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Determines best move based on the current board configuration and predefined strategies.</a:t>
            </a:r>
          </a:p>
        </p:txBody>
      </p:sp>
    </p:spTree>
    <p:extLst>
      <p:ext uri="{BB962C8B-B14F-4D97-AF65-F5344CB8AC3E}">
        <p14:creationId xmlns:p14="http://schemas.microsoft.com/office/powerpoint/2010/main" val="163801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35397-616D-EC41-3F4E-07BDC90353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EFCDFE-545A-64BD-3C72-8DEE4160AE06}"/>
              </a:ext>
            </a:extLst>
          </p:cNvPr>
          <p:cNvSpPr txBox="1"/>
          <p:nvPr/>
        </p:nvSpPr>
        <p:spPr>
          <a:xfrm>
            <a:off x="1238637" y="1250303"/>
            <a:ext cx="10274561" cy="646331"/>
          </a:xfrm>
          <a:prstGeom prst="rect">
            <a:avLst/>
          </a:prstGeom>
          <a:noFill/>
        </p:spPr>
        <p:txBody>
          <a:bodyPr wrap="square" rtlCol="0">
            <a:spAutoFit/>
          </a:bodyPr>
          <a:lstStyle/>
          <a:p>
            <a:r>
              <a:rPr lang="en-US" sz="3600" b="1" dirty="0"/>
              <a:t>Goal-Based Agent</a:t>
            </a:r>
          </a:p>
        </p:txBody>
      </p:sp>
      <p:sp>
        <p:nvSpPr>
          <p:cNvPr id="2" name="TextBox 1">
            <a:extLst>
              <a:ext uri="{FF2B5EF4-FFF2-40B4-BE49-F238E27FC236}">
                <a16:creationId xmlns:a16="http://schemas.microsoft.com/office/drawing/2014/main" id="{51A4B251-B926-206E-3348-B30EF6C91E05}"/>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Personal Assistant software (Siri, Google Assistant)</a:t>
            </a:r>
          </a:p>
        </p:txBody>
      </p:sp>
      <p:sp>
        <p:nvSpPr>
          <p:cNvPr id="3" name="TextBox 2">
            <a:extLst>
              <a:ext uri="{FF2B5EF4-FFF2-40B4-BE49-F238E27FC236}">
                <a16:creationId xmlns:a16="http://schemas.microsoft.com/office/drawing/2014/main" id="{DB5521B1-F25D-CA43-2EA2-0E33D0509055}"/>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Voice commands, text inputs</a:t>
            </a:r>
          </a:p>
        </p:txBody>
      </p:sp>
      <p:sp>
        <p:nvSpPr>
          <p:cNvPr id="5" name="TextBox 4">
            <a:extLst>
              <a:ext uri="{FF2B5EF4-FFF2-40B4-BE49-F238E27FC236}">
                <a16:creationId xmlns:a16="http://schemas.microsoft.com/office/drawing/2014/main" id="{F426958A-59B9-66FD-F11E-51245C89D4E0}"/>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Performs tasks such as setting alarms, scheduling events, providing information based on user requests.</a:t>
            </a:r>
            <a:endParaRPr lang="en-US" sz="4000" dirty="0"/>
          </a:p>
        </p:txBody>
      </p:sp>
    </p:spTree>
    <p:extLst>
      <p:ext uri="{BB962C8B-B14F-4D97-AF65-F5344CB8AC3E}">
        <p14:creationId xmlns:p14="http://schemas.microsoft.com/office/powerpoint/2010/main" val="1483464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C3B7-1586-7F44-08D1-92D6E93036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7CEAC5-F53D-7605-0198-34ACFC069F49}"/>
              </a:ext>
            </a:extLst>
          </p:cNvPr>
          <p:cNvSpPr txBox="1"/>
          <p:nvPr/>
        </p:nvSpPr>
        <p:spPr>
          <a:xfrm>
            <a:off x="1238637" y="1250303"/>
            <a:ext cx="10274561" cy="646331"/>
          </a:xfrm>
          <a:prstGeom prst="rect">
            <a:avLst/>
          </a:prstGeom>
          <a:noFill/>
        </p:spPr>
        <p:txBody>
          <a:bodyPr wrap="square" rtlCol="0">
            <a:spAutoFit/>
          </a:bodyPr>
          <a:lstStyle/>
          <a:p>
            <a:r>
              <a:rPr lang="en-US" sz="3600" b="1" dirty="0"/>
              <a:t>Utility-Based Agent</a:t>
            </a:r>
          </a:p>
        </p:txBody>
      </p:sp>
      <p:sp>
        <p:nvSpPr>
          <p:cNvPr id="2" name="TextBox 1">
            <a:extLst>
              <a:ext uri="{FF2B5EF4-FFF2-40B4-BE49-F238E27FC236}">
                <a16:creationId xmlns:a16="http://schemas.microsoft.com/office/drawing/2014/main" id="{584E6D3C-E948-A304-8812-00E75AFDA609}"/>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Autonomous vehicles</a:t>
            </a:r>
          </a:p>
        </p:txBody>
      </p:sp>
      <p:sp>
        <p:nvSpPr>
          <p:cNvPr id="3" name="TextBox 2">
            <a:extLst>
              <a:ext uri="{FF2B5EF4-FFF2-40B4-BE49-F238E27FC236}">
                <a16:creationId xmlns:a16="http://schemas.microsoft.com/office/drawing/2014/main" id="{FC768787-BA20-D353-08B0-CE1798D29772}"/>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Surrounding environment (e.g., traffic, pedestrians)</a:t>
            </a:r>
            <a:endParaRPr lang="en-US" sz="4000" dirty="0"/>
          </a:p>
        </p:txBody>
      </p:sp>
      <p:sp>
        <p:nvSpPr>
          <p:cNvPr id="5" name="TextBox 4">
            <a:extLst>
              <a:ext uri="{FF2B5EF4-FFF2-40B4-BE49-F238E27FC236}">
                <a16:creationId xmlns:a16="http://schemas.microsoft.com/office/drawing/2014/main" id="{336619D2-28F6-E232-291A-9DFA56A1D47B}"/>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Navigate safely to the destination while considering factors like traffic conditions, road regulations, and passenger comfort.</a:t>
            </a:r>
            <a:endParaRPr lang="en-US" sz="5400" dirty="0"/>
          </a:p>
        </p:txBody>
      </p:sp>
    </p:spTree>
    <p:extLst>
      <p:ext uri="{BB962C8B-B14F-4D97-AF65-F5344CB8AC3E}">
        <p14:creationId xmlns:p14="http://schemas.microsoft.com/office/powerpoint/2010/main" val="4167983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51A5-DF7E-20A4-519D-477AF34237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68C33D-9F43-0D89-A659-A5D6FFA94E7B}"/>
              </a:ext>
            </a:extLst>
          </p:cNvPr>
          <p:cNvSpPr txBox="1"/>
          <p:nvPr/>
        </p:nvSpPr>
        <p:spPr>
          <a:xfrm>
            <a:off x="1238637" y="1250303"/>
            <a:ext cx="10274561" cy="646331"/>
          </a:xfrm>
          <a:prstGeom prst="rect">
            <a:avLst/>
          </a:prstGeom>
          <a:noFill/>
        </p:spPr>
        <p:txBody>
          <a:bodyPr wrap="square" rtlCol="0">
            <a:spAutoFit/>
          </a:bodyPr>
          <a:lstStyle/>
          <a:p>
            <a:r>
              <a:rPr lang="en-US" sz="3600" b="1" dirty="0"/>
              <a:t>Learning Agent</a:t>
            </a:r>
          </a:p>
        </p:txBody>
      </p:sp>
      <p:sp>
        <p:nvSpPr>
          <p:cNvPr id="2" name="TextBox 1">
            <a:extLst>
              <a:ext uri="{FF2B5EF4-FFF2-40B4-BE49-F238E27FC236}">
                <a16:creationId xmlns:a16="http://schemas.microsoft.com/office/drawing/2014/main" id="{4B55181C-8860-CE43-FDB9-4A79B1A3B18B}"/>
              </a:ext>
            </a:extLst>
          </p:cNvPr>
          <p:cNvSpPr txBox="1"/>
          <p:nvPr/>
        </p:nvSpPr>
        <p:spPr>
          <a:xfrm>
            <a:off x="1239414" y="2130491"/>
            <a:ext cx="9714725" cy="954107"/>
          </a:xfrm>
          <a:prstGeom prst="rect">
            <a:avLst/>
          </a:prstGeom>
          <a:noFill/>
        </p:spPr>
        <p:txBody>
          <a:bodyPr wrap="square" rtlCol="0">
            <a:spAutoFit/>
          </a:bodyPr>
          <a:lstStyle/>
          <a:p>
            <a:r>
              <a:rPr lang="en-US" sz="2800" b="1" dirty="0"/>
              <a:t>Example</a:t>
            </a:r>
          </a:p>
          <a:p>
            <a:r>
              <a:rPr lang="en-US" sz="2800" dirty="0"/>
              <a:t>Email spam filter</a:t>
            </a:r>
          </a:p>
        </p:txBody>
      </p:sp>
      <p:sp>
        <p:nvSpPr>
          <p:cNvPr id="3" name="TextBox 2">
            <a:extLst>
              <a:ext uri="{FF2B5EF4-FFF2-40B4-BE49-F238E27FC236}">
                <a16:creationId xmlns:a16="http://schemas.microsoft.com/office/drawing/2014/main" id="{E9EBEF1F-5679-C86F-4CD8-4D879431B5F4}"/>
              </a:ext>
            </a:extLst>
          </p:cNvPr>
          <p:cNvSpPr txBox="1"/>
          <p:nvPr/>
        </p:nvSpPr>
        <p:spPr>
          <a:xfrm>
            <a:off x="1239414" y="3084598"/>
            <a:ext cx="9714725" cy="954107"/>
          </a:xfrm>
          <a:prstGeom prst="rect">
            <a:avLst/>
          </a:prstGeom>
          <a:noFill/>
        </p:spPr>
        <p:txBody>
          <a:bodyPr wrap="square" rtlCol="0">
            <a:spAutoFit/>
          </a:bodyPr>
          <a:lstStyle/>
          <a:p>
            <a:r>
              <a:rPr lang="en-US" sz="2800" b="1" dirty="0"/>
              <a:t>Percepts</a:t>
            </a:r>
          </a:p>
          <a:p>
            <a:r>
              <a:rPr lang="en-US" sz="2800" dirty="0"/>
              <a:t>Incoming emails</a:t>
            </a:r>
            <a:endParaRPr lang="en-US" sz="4000" dirty="0"/>
          </a:p>
        </p:txBody>
      </p:sp>
      <p:sp>
        <p:nvSpPr>
          <p:cNvPr id="5" name="TextBox 4">
            <a:extLst>
              <a:ext uri="{FF2B5EF4-FFF2-40B4-BE49-F238E27FC236}">
                <a16:creationId xmlns:a16="http://schemas.microsoft.com/office/drawing/2014/main" id="{C0906885-0FB2-6D3A-7634-917A0D2CD5EC}"/>
              </a:ext>
            </a:extLst>
          </p:cNvPr>
          <p:cNvSpPr txBox="1"/>
          <p:nvPr/>
        </p:nvSpPr>
        <p:spPr>
          <a:xfrm>
            <a:off x="1238637" y="4038705"/>
            <a:ext cx="9714725" cy="1384995"/>
          </a:xfrm>
          <a:prstGeom prst="rect">
            <a:avLst/>
          </a:prstGeom>
          <a:noFill/>
        </p:spPr>
        <p:txBody>
          <a:bodyPr wrap="square" rtlCol="0">
            <a:spAutoFit/>
          </a:bodyPr>
          <a:lstStyle/>
          <a:p>
            <a:r>
              <a:rPr lang="en-US" sz="2800" b="1" dirty="0"/>
              <a:t>Actions</a:t>
            </a:r>
          </a:p>
          <a:p>
            <a:r>
              <a:rPr lang="en-US" sz="2800" dirty="0"/>
              <a:t>Learns from labeled examples to classify emails as spam or non-spam, improving its classification accuracy over time.</a:t>
            </a:r>
            <a:endParaRPr lang="en-US" sz="5400" dirty="0"/>
          </a:p>
        </p:txBody>
      </p:sp>
    </p:spTree>
    <p:extLst>
      <p:ext uri="{BB962C8B-B14F-4D97-AF65-F5344CB8AC3E}">
        <p14:creationId xmlns:p14="http://schemas.microsoft.com/office/powerpoint/2010/main" val="3662652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1757-5696-7ED5-09BE-4E2D60564D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9DF2E8-AB8B-F9A3-67F5-1CAC0B386378}"/>
              </a:ext>
            </a:extLst>
          </p:cNvPr>
          <p:cNvSpPr txBox="1"/>
          <p:nvPr/>
        </p:nvSpPr>
        <p:spPr>
          <a:xfrm>
            <a:off x="1238637" y="674610"/>
            <a:ext cx="10274561" cy="646331"/>
          </a:xfrm>
          <a:prstGeom prst="rect">
            <a:avLst/>
          </a:prstGeom>
          <a:noFill/>
        </p:spPr>
        <p:txBody>
          <a:bodyPr wrap="square" rtlCol="0">
            <a:spAutoFit/>
          </a:bodyPr>
          <a:lstStyle/>
          <a:p>
            <a:r>
              <a:rPr lang="en-US" sz="3600" b="1" dirty="0"/>
              <a:t>Introduction to Optimization</a:t>
            </a:r>
          </a:p>
        </p:txBody>
      </p:sp>
      <p:sp>
        <p:nvSpPr>
          <p:cNvPr id="2" name="TextBox 1">
            <a:extLst>
              <a:ext uri="{FF2B5EF4-FFF2-40B4-BE49-F238E27FC236}">
                <a16:creationId xmlns:a16="http://schemas.microsoft.com/office/drawing/2014/main" id="{9FFBB16B-8364-1723-AD44-0DB67E95408E}"/>
              </a:ext>
            </a:extLst>
          </p:cNvPr>
          <p:cNvSpPr txBox="1"/>
          <p:nvPr/>
        </p:nvSpPr>
        <p:spPr>
          <a:xfrm>
            <a:off x="1238637" y="1984806"/>
            <a:ext cx="9714725"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process of finding the best solution from all feasible solutions, considering specific criteria or objectives.</a:t>
            </a:r>
          </a:p>
          <a:p>
            <a:endParaRPr lang="en-US" sz="2800" dirty="0"/>
          </a:p>
          <a:p>
            <a:pPr marL="457200" indent="-457200">
              <a:buFont typeface="Arial" panose="020B0604020202020204" pitchFamily="34" charset="0"/>
              <a:buChar char="•"/>
            </a:pPr>
            <a:r>
              <a:rPr lang="en-US" sz="2800" dirty="0"/>
              <a:t>It involves techniques and algorithms aimed at improving the performance, efficiency, or effectiveness of AI systems by fine-tuning parameters, selecting optimal choices, or maximizing desired outcomes.</a:t>
            </a:r>
          </a:p>
        </p:txBody>
      </p:sp>
    </p:spTree>
    <p:extLst>
      <p:ext uri="{BB962C8B-B14F-4D97-AF65-F5344CB8AC3E}">
        <p14:creationId xmlns:p14="http://schemas.microsoft.com/office/powerpoint/2010/main" val="594550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95069-7A32-D345-F58D-AF9093F551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1A2395-2A23-6979-04C6-7D13A34E8B00}"/>
              </a:ext>
            </a:extLst>
          </p:cNvPr>
          <p:cNvSpPr txBox="1"/>
          <p:nvPr/>
        </p:nvSpPr>
        <p:spPr>
          <a:xfrm>
            <a:off x="1238637" y="366700"/>
            <a:ext cx="10274561" cy="646331"/>
          </a:xfrm>
          <a:prstGeom prst="rect">
            <a:avLst/>
          </a:prstGeom>
          <a:noFill/>
        </p:spPr>
        <p:txBody>
          <a:bodyPr wrap="square" rtlCol="0">
            <a:spAutoFit/>
          </a:bodyPr>
          <a:lstStyle/>
          <a:p>
            <a:r>
              <a:rPr lang="en-US" sz="3600" b="1" dirty="0"/>
              <a:t>How Optimization Works</a:t>
            </a:r>
          </a:p>
        </p:txBody>
      </p:sp>
      <p:sp>
        <p:nvSpPr>
          <p:cNvPr id="2" name="TextBox 1">
            <a:extLst>
              <a:ext uri="{FF2B5EF4-FFF2-40B4-BE49-F238E27FC236}">
                <a16:creationId xmlns:a16="http://schemas.microsoft.com/office/drawing/2014/main" id="{35320AFF-C819-F7CD-45A2-57C34AAF137A}"/>
              </a:ext>
            </a:extLst>
          </p:cNvPr>
          <p:cNvSpPr txBox="1"/>
          <p:nvPr/>
        </p:nvSpPr>
        <p:spPr>
          <a:xfrm>
            <a:off x="968050" y="1191704"/>
            <a:ext cx="9714725" cy="5016758"/>
          </a:xfrm>
          <a:prstGeom prst="rect">
            <a:avLst/>
          </a:prstGeom>
          <a:noFill/>
        </p:spPr>
        <p:txBody>
          <a:bodyPr wrap="square" rtlCol="0">
            <a:spAutoFit/>
          </a:bodyPr>
          <a:lstStyle/>
          <a:p>
            <a:pPr marL="514350" indent="-514350">
              <a:buAutoNum type="arabicPeriod"/>
            </a:pPr>
            <a:r>
              <a:rPr lang="en-US" sz="2000" dirty="0"/>
              <a:t>Objective function – defining an objective function that quantifies the performance or quality of the system. This function represents what needs to be maximized or minimized. In machine learning, for example, the objective function could be </a:t>
            </a:r>
            <a:r>
              <a:rPr lang="en-US" sz="2000" b="1" dirty="0"/>
              <a:t>accuracy, error rate</a:t>
            </a:r>
            <a:r>
              <a:rPr lang="en-US" sz="2000" dirty="0"/>
              <a:t>, or another metric that evaluates the model's performance.</a:t>
            </a:r>
          </a:p>
          <a:p>
            <a:pPr marL="514350" indent="-514350">
              <a:buAutoNum type="arabicPeriod"/>
            </a:pPr>
            <a:r>
              <a:rPr lang="en-US" sz="2000" dirty="0"/>
              <a:t>Search Space - Optimization algorithms explore a search space, which represents all possible solutions to the problem at hand.</a:t>
            </a:r>
          </a:p>
          <a:p>
            <a:pPr marL="514350" indent="-514350">
              <a:buAutoNum type="arabicPeriod"/>
            </a:pPr>
            <a:r>
              <a:rPr lang="en-US" sz="2000" dirty="0"/>
              <a:t>Constraints – rules or limits that need to be followed when finding best solutions to a problem. Constraints help ensure that the solution you find is realistic and practical within the given circumstances.</a:t>
            </a:r>
          </a:p>
          <a:p>
            <a:pPr marL="514350" indent="-514350">
              <a:buAutoNum type="arabicPeriod"/>
            </a:pPr>
            <a:r>
              <a:rPr lang="en-US" sz="2000" dirty="0"/>
              <a:t>Optimization Algorithms - Various optimization algorithms are employed to search through the solution space and find the optimal solution based on the defined objective function and constraints.</a:t>
            </a:r>
          </a:p>
          <a:p>
            <a:pPr marL="514350" indent="-514350">
              <a:buAutoNum type="arabicPeriod"/>
            </a:pPr>
            <a:r>
              <a:rPr lang="en-US" sz="2000" dirty="0"/>
              <a:t>Applications - Optimization techniques find applications across various domains of AI, including machine learning, robotics, natural language processing, computer vision, and operations research.</a:t>
            </a:r>
          </a:p>
          <a:p>
            <a:pPr marL="514350" indent="-514350">
              <a:buAutoNum type="arabicPeriod"/>
            </a:pPr>
            <a:endParaRPr lang="en-US" sz="2000" dirty="0"/>
          </a:p>
        </p:txBody>
      </p:sp>
    </p:spTree>
    <p:extLst>
      <p:ext uri="{BB962C8B-B14F-4D97-AF65-F5344CB8AC3E}">
        <p14:creationId xmlns:p14="http://schemas.microsoft.com/office/powerpoint/2010/main" val="1728889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1747</TotalTime>
  <Words>634</Words>
  <Application>Microsoft Macintosh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Makosa</dc:creator>
  <cp:lastModifiedBy>Indongo, Naftali</cp:lastModifiedBy>
  <cp:revision>6</cp:revision>
  <dcterms:created xsi:type="dcterms:W3CDTF">2024-02-19T07:04:00Z</dcterms:created>
  <dcterms:modified xsi:type="dcterms:W3CDTF">2025-03-03T07:15:12Z</dcterms:modified>
</cp:coreProperties>
</file>